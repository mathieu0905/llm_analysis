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sldIdLst>
    <p:sldId id="256" r:id="rId2"/>
  </p:sldIdLst>
  <p:sldSz cx="18000663" cy="27000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45"/>
  </p:normalViewPr>
  <p:slideViewPr>
    <p:cSldViewPr snapToGrid="0">
      <p:cViewPr varScale="1">
        <p:scale>
          <a:sx n="30" d="100"/>
          <a:sy n="30" d="100"/>
        </p:scale>
        <p:origin x="343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50050" y="4418785"/>
            <a:ext cx="15300564" cy="9400070"/>
          </a:xfrm>
        </p:spPr>
        <p:txBody>
          <a:bodyPr anchor="b"/>
          <a:lstStyle>
            <a:lvl1pPr algn="ctr">
              <a:defRPr sz="11812"/>
            </a:lvl1pPr>
          </a:lstStyle>
          <a:p>
            <a:r>
              <a:rPr lang="en-GB"/>
              <a:t>Click to edit Master title style</a:t>
            </a:r>
            <a:endParaRPr lang="en-US" dirty="0"/>
          </a:p>
        </p:txBody>
      </p:sp>
      <p:sp>
        <p:nvSpPr>
          <p:cNvPr id="3" name="Subtitle 2"/>
          <p:cNvSpPr>
            <a:spLocks noGrp="1"/>
          </p:cNvSpPr>
          <p:nvPr>
            <p:ph type="subTitle" idx="1"/>
          </p:nvPr>
        </p:nvSpPr>
        <p:spPr>
          <a:xfrm>
            <a:off x="2250083" y="14181357"/>
            <a:ext cx="13500497" cy="6518796"/>
          </a:xfrm>
        </p:spPr>
        <p:txBody>
          <a:bodyPr/>
          <a:lstStyle>
            <a:lvl1pPr marL="0" indent="0" algn="ctr">
              <a:buNone/>
              <a:defRPr sz="4725"/>
            </a:lvl1pPr>
            <a:lvl2pPr marL="900044" indent="0" algn="ctr">
              <a:buNone/>
              <a:defRPr sz="3937"/>
            </a:lvl2pPr>
            <a:lvl3pPr marL="1800088" indent="0" algn="ctr">
              <a:buNone/>
              <a:defRPr sz="3543"/>
            </a:lvl3pPr>
            <a:lvl4pPr marL="2700132" indent="0" algn="ctr">
              <a:buNone/>
              <a:defRPr sz="3150"/>
            </a:lvl4pPr>
            <a:lvl5pPr marL="3600176" indent="0" algn="ctr">
              <a:buNone/>
              <a:defRPr sz="3150"/>
            </a:lvl5pPr>
            <a:lvl6pPr marL="4500220" indent="0" algn="ctr">
              <a:buNone/>
              <a:defRPr sz="3150"/>
            </a:lvl6pPr>
            <a:lvl7pPr marL="5400264" indent="0" algn="ctr">
              <a:buNone/>
              <a:defRPr sz="3150"/>
            </a:lvl7pPr>
            <a:lvl8pPr marL="6300307" indent="0" algn="ctr">
              <a:buNone/>
              <a:defRPr sz="3150"/>
            </a:lvl8pPr>
            <a:lvl9pPr marL="7200351" indent="0" algn="ctr">
              <a:buNone/>
              <a:defRPr sz="315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E71A6B6-8EA0-D144-9DD3-D186226AD7A4}" type="datetimeFigureOut">
              <a:rPr lang="en-US" smtClean="0"/>
              <a:t>5/6/23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365650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E71A6B6-8EA0-D144-9DD3-D186226AD7A4}" type="datetimeFigureOut">
              <a:rPr lang="en-US" smtClean="0"/>
              <a:t>5/6/23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547643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8171" y="6731308"/>
            <a:ext cx="15525572" cy="11231331"/>
          </a:xfrm>
        </p:spPr>
        <p:txBody>
          <a:bodyPr anchor="b"/>
          <a:lstStyle>
            <a:lvl1pPr>
              <a:defRPr sz="11812"/>
            </a:lvl1pPr>
          </a:lstStyle>
          <a:p>
            <a:r>
              <a:rPr lang="en-GB"/>
              <a:t>Click to edit Master title style</a:t>
            </a:r>
            <a:endParaRPr lang="en-US" dirty="0"/>
          </a:p>
        </p:txBody>
      </p:sp>
      <p:sp>
        <p:nvSpPr>
          <p:cNvPr id="3" name="Text Placeholder 2"/>
          <p:cNvSpPr>
            <a:spLocks noGrp="1"/>
          </p:cNvSpPr>
          <p:nvPr>
            <p:ph type="body" idx="1"/>
          </p:nvPr>
        </p:nvSpPr>
        <p:spPr>
          <a:xfrm>
            <a:off x="1228171" y="18068892"/>
            <a:ext cx="15525572" cy="5906292"/>
          </a:xfrm>
        </p:spPr>
        <p:txBody>
          <a:bodyPr/>
          <a:lstStyle>
            <a:lvl1pPr marL="0" indent="0">
              <a:buNone/>
              <a:defRPr sz="4725">
                <a:solidFill>
                  <a:schemeClr val="tx1"/>
                </a:solidFill>
              </a:defRPr>
            </a:lvl1pPr>
            <a:lvl2pPr marL="900044" indent="0">
              <a:buNone/>
              <a:defRPr sz="3937">
                <a:solidFill>
                  <a:schemeClr val="tx1">
                    <a:tint val="75000"/>
                  </a:schemeClr>
                </a:solidFill>
              </a:defRPr>
            </a:lvl2pPr>
            <a:lvl3pPr marL="1800088" indent="0">
              <a:buNone/>
              <a:defRPr sz="3543">
                <a:solidFill>
                  <a:schemeClr val="tx1">
                    <a:tint val="75000"/>
                  </a:schemeClr>
                </a:solidFill>
              </a:defRPr>
            </a:lvl3pPr>
            <a:lvl4pPr marL="2700132" indent="0">
              <a:buNone/>
              <a:defRPr sz="3150">
                <a:solidFill>
                  <a:schemeClr val="tx1">
                    <a:tint val="75000"/>
                  </a:schemeClr>
                </a:solidFill>
              </a:defRPr>
            </a:lvl4pPr>
            <a:lvl5pPr marL="3600176" indent="0">
              <a:buNone/>
              <a:defRPr sz="3150">
                <a:solidFill>
                  <a:schemeClr val="tx1">
                    <a:tint val="75000"/>
                  </a:schemeClr>
                </a:solidFill>
              </a:defRPr>
            </a:lvl5pPr>
            <a:lvl6pPr marL="4500220" indent="0">
              <a:buNone/>
              <a:defRPr sz="3150">
                <a:solidFill>
                  <a:schemeClr val="tx1">
                    <a:tint val="75000"/>
                  </a:schemeClr>
                </a:solidFill>
              </a:defRPr>
            </a:lvl6pPr>
            <a:lvl7pPr marL="5400264" indent="0">
              <a:buNone/>
              <a:defRPr sz="3150">
                <a:solidFill>
                  <a:schemeClr val="tx1">
                    <a:tint val="75000"/>
                  </a:schemeClr>
                </a:solidFill>
              </a:defRPr>
            </a:lvl7pPr>
            <a:lvl8pPr marL="6300307" indent="0">
              <a:buNone/>
              <a:defRPr sz="3150">
                <a:solidFill>
                  <a:schemeClr val="tx1">
                    <a:tint val="75000"/>
                  </a:schemeClr>
                </a:solidFill>
              </a:defRPr>
            </a:lvl8pPr>
            <a:lvl9pPr marL="7200351" indent="0">
              <a:buNone/>
              <a:defRPr sz="31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E71A6B6-8EA0-D144-9DD3-D186226AD7A4}" type="datetimeFigureOut">
              <a:rPr lang="en-US" smtClean="0"/>
              <a:t>5/6/23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2815447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37545" y="7187553"/>
            <a:ext cx="7650282" cy="171313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9112836" y="7187553"/>
            <a:ext cx="7650282" cy="171313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E71A6B6-8EA0-D144-9DD3-D186226AD7A4}" type="datetimeFigureOut">
              <a:rPr lang="en-US" smtClean="0"/>
              <a:t>5/6/23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1706325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39890" y="1437516"/>
            <a:ext cx="15525572" cy="521879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39892" y="6618801"/>
            <a:ext cx="7615123" cy="3243772"/>
          </a:xfrm>
        </p:spPr>
        <p:txBody>
          <a:bodyPr anchor="b"/>
          <a:lstStyle>
            <a:lvl1pPr marL="0" indent="0">
              <a:buNone/>
              <a:defRPr sz="4725" b="1"/>
            </a:lvl1pPr>
            <a:lvl2pPr marL="900044" indent="0">
              <a:buNone/>
              <a:defRPr sz="3937" b="1"/>
            </a:lvl2pPr>
            <a:lvl3pPr marL="1800088" indent="0">
              <a:buNone/>
              <a:defRPr sz="3543" b="1"/>
            </a:lvl3pPr>
            <a:lvl4pPr marL="2700132" indent="0">
              <a:buNone/>
              <a:defRPr sz="3150" b="1"/>
            </a:lvl4pPr>
            <a:lvl5pPr marL="3600176" indent="0">
              <a:buNone/>
              <a:defRPr sz="3150" b="1"/>
            </a:lvl5pPr>
            <a:lvl6pPr marL="4500220" indent="0">
              <a:buNone/>
              <a:defRPr sz="3150" b="1"/>
            </a:lvl6pPr>
            <a:lvl7pPr marL="5400264" indent="0">
              <a:buNone/>
              <a:defRPr sz="3150" b="1"/>
            </a:lvl7pPr>
            <a:lvl8pPr marL="6300307" indent="0">
              <a:buNone/>
              <a:defRPr sz="3150" b="1"/>
            </a:lvl8pPr>
            <a:lvl9pPr marL="7200351" indent="0">
              <a:buNone/>
              <a:defRPr sz="3150" b="1"/>
            </a:lvl9pPr>
          </a:lstStyle>
          <a:p>
            <a:pPr lvl="0"/>
            <a:r>
              <a:rPr lang="en-GB"/>
              <a:t>Click to edit Master text styles</a:t>
            </a:r>
          </a:p>
        </p:txBody>
      </p:sp>
      <p:sp>
        <p:nvSpPr>
          <p:cNvPr id="4" name="Content Placeholder 3"/>
          <p:cNvSpPr>
            <a:spLocks noGrp="1"/>
          </p:cNvSpPr>
          <p:nvPr>
            <p:ph sz="half" idx="2"/>
          </p:nvPr>
        </p:nvSpPr>
        <p:spPr>
          <a:xfrm>
            <a:off x="1239892" y="9862573"/>
            <a:ext cx="7615123" cy="1450635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9112837" y="6618801"/>
            <a:ext cx="7652626" cy="3243772"/>
          </a:xfrm>
        </p:spPr>
        <p:txBody>
          <a:bodyPr anchor="b"/>
          <a:lstStyle>
            <a:lvl1pPr marL="0" indent="0">
              <a:buNone/>
              <a:defRPr sz="4725" b="1"/>
            </a:lvl1pPr>
            <a:lvl2pPr marL="900044" indent="0">
              <a:buNone/>
              <a:defRPr sz="3937" b="1"/>
            </a:lvl2pPr>
            <a:lvl3pPr marL="1800088" indent="0">
              <a:buNone/>
              <a:defRPr sz="3543" b="1"/>
            </a:lvl3pPr>
            <a:lvl4pPr marL="2700132" indent="0">
              <a:buNone/>
              <a:defRPr sz="3150" b="1"/>
            </a:lvl4pPr>
            <a:lvl5pPr marL="3600176" indent="0">
              <a:buNone/>
              <a:defRPr sz="3150" b="1"/>
            </a:lvl5pPr>
            <a:lvl6pPr marL="4500220" indent="0">
              <a:buNone/>
              <a:defRPr sz="3150" b="1"/>
            </a:lvl6pPr>
            <a:lvl7pPr marL="5400264" indent="0">
              <a:buNone/>
              <a:defRPr sz="3150" b="1"/>
            </a:lvl7pPr>
            <a:lvl8pPr marL="6300307" indent="0">
              <a:buNone/>
              <a:defRPr sz="3150" b="1"/>
            </a:lvl8pPr>
            <a:lvl9pPr marL="7200351" indent="0">
              <a:buNone/>
              <a:defRPr sz="3150" b="1"/>
            </a:lvl9pPr>
          </a:lstStyle>
          <a:p>
            <a:pPr lvl="0"/>
            <a:r>
              <a:rPr lang="en-GB"/>
              <a:t>Click to edit Master text styles</a:t>
            </a:r>
          </a:p>
        </p:txBody>
      </p:sp>
      <p:sp>
        <p:nvSpPr>
          <p:cNvPr id="6" name="Content Placeholder 5"/>
          <p:cNvSpPr>
            <a:spLocks noGrp="1"/>
          </p:cNvSpPr>
          <p:nvPr>
            <p:ph sz="quarter" idx="4"/>
          </p:nvPr>
        </p:nvSpPr>
        <p:spPr>
          <a:xfrm>
            <a:off x="9112837" y="9862573"/>
            <a:ext cx="7652626" cy="1450635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E71A6B6-8EA0-D144-9DD3-D186226AD7A4}" type="datetimeFigureOut">
              <a:rPr lang="en-US" smtClean="0"/>
              <a:t>5/6/23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1179614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E71A6B6-8EA0-D144-9DD3-D186226AD7A4}" type="datetimeFigureOut">
              <a:rPr lang="en-US" smtClean="0"/>
              <a:t>5/6/23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68355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71A6B6-8EA0-D144-9DD3-D186226AD7A4}" type="datetimeFigureOut">
              <a:rPr lang="en-US" smtClean="0"/>
              <a:t>5/6/23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995945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39890" y="1800013"/>
            <a:ext cx="5805682" cy="6300047"/>
          </a:xfrm>
        </p:spPr>
        <p:txBody>
          <a:bodyPr anchor="b"/>
          <a:lstStyle>
            <a:lvl1pPr>
              <a:defRPr sz="6300"/>
            </a:lvl1pPr>
          </a:lstStyle>
          <a:p>
            <a:r>
              <a:rPr lang="en-GB"/>
              <a:t>Click to edit Master title style</a:t>
            </a:r>
            <a:endParaRPr lang="en-US" dirty="0"/>
          </a:p>
        </p:txBody>
      </p:sp>
      <p:sp>
        <p:nvSpPr>
          <p:cNvPr id="3" name="Content Placeholder 2"/>
          <p:cNvSpPr>
            <a:spLocks noGrp="1"/>
          </p:cNvSpPr>
          <p:nvPr>
            <p:ph idx="1"/>
          </p:nvPr>
        </p:nvSpPr>
        <p:spPr>
          <a:xfrm>
            <a:off x="7652626" y="3887535"/>
            <a:ext cx="9112836" cy="19187642"/>
          </a:xfrm>
        </p:spPr>
        <p:txBody>
          <a:bodyPr/>
          <a:lstStyle>
            <a:lvl1pPr>
              <a:defRPr sz="6300"/>
            </a:lvl1pPr>
            <a:lvl2pPr>
              <a:defRPr sz="5512"/>
            </a:lvl2pPr>
            <a:lvl3pPr>
              <a:defRPr sz="4725"/>
            </a:lvl3pPr>
            <a:lvl4pPr>
              <a:defRPr sz="3937"/>
            </a:lvl4pPr>
            <a:lvl5pPr>
              <a:defRPr sz="3937"/>
            </a:lvl5pPr>
            <a:lvl6pPr>
              <a:defRPr sz="3937"/>
            </a:lvl6pPr>
            <a:lvl7pPr>
              <a:defRPr sz="3937"/>
            </a:lvl7pPr>
            <a:lvl8pPr>
              <a:defRPr sz="3937"/>
            </a:lvl8pPr>
            <a:lvl9pPr>
              <a:defRPr sz="393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239890" y="8100060"/>
            <a:ext cx="5805682" cy="15006363"/>
          </a:xfrm>
        </p:spPr>
        <p:txBody>
          <a:bodyPr/>
          <a:lstStyle>
            <a:lvl1pPr marL="0" indent="0">
              <a:buNone/>
              <a:defRPr sz="3150"/>
            </a:lvl1pPr>
            <a:lvl2pPr marL="900044" indent="0">
              <a:buNone/>
              <a:defRPr sz="2756"/>
            </a:lvl2pPr>
            <a:lvl3pPr marL="1800088" indent="0">
              <a:buNone/>
              <a:defRPr sz="2362"/>
            </a:lvl3pPr>
            <a:lvl4pPr marL="2700132" indent="0">
              <a:buNone/>
              <a:defRPr sz="1969"/>
            </a:lvl4pPr>
            <a:lvl5pPr marL="3600176" indent="0">
              <a:buNone/>
              <a:defRPr sz="1969"/>
            </a:lvl5pPr>
            <a:lvl6pPr marL="4500220" indent="0">
              <a:buNone/>
              <a:defRPr sz="1969"/>
            </a:lvl6pPr>
            <a:lvl7pPr marL="5400264" indent="0">
              <a:buNone/>
              <a:defRPr sz="1969"/>
            </a:lvl7pPr>
            <a:lvl8pPr marL="6300307" indent="0">
              <a:buNone/>
              <a:defRPr sz="1969"/>
            </a:lvl8pPr>
            <a:lvl9pPr marL="7200351" indent="0">
              <a:buNone/>
              <a:defRPr sz="1969"/>
            </a:lvl9pPr>
          </a:lstStyle>
          <a:p>
            <a:pPr lvl="0"/>
            <a:r>
              <a:rPr lang="en-GB"/>
              <a:t>Click to edit Master text styles</a:t>
            </a:r>
          </a:p>
        </p:txBody>
      </p:sp>
      <p:sp>
        <p:nvSpPr>
          <p:cNvPr id="5" name="Date Placeholder 4"/>
          <p:cNvSpPr>
            <a:spLocks noGrp="1"/>
          </p:cNvSpPr>
          <p:nvPr>
            <p:ph type="dt" sz="half" idx="10"/>
          </p:nvPr>
        </p:nvSpPr>
        <p:spPr/>
        <p:txBody>
          <a:bodyPr/>
          <a:lstStyle/>
          <a:p>
            <a:fld id="{AE71A6B6-8EA0-D144-9DD3-D186226AD7A4}" type="datetimeFigureOut">
              <a:rPr lang="en-US" smtClean="0"/>
              <a:t>5/6/23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1302915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39890" y="1800013"/>
            <a:ext cx="5805682" cy="6300047"/>
          </a:xfrm>
        </p:spPr>
        <p:txBody>
          <a:bodyPr anchor="b"/>
          <a:lstStyle>
            <a:lvl1pPr>
              <a:defRPr sz="63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652626" y="3887535"/>
            <a:ext cx="9112836" cy="19187642"/>
          </a:xfrm>
        </p:spPr>
        <p:txBody>
          <a:bodyPr anchor="t"/>
          <a:lstStyle>
            <a:lvl1pPr marL="0" indent="0">
              <a:buNone/>
              <a:defRPr sz="6300"/>
            </a:lvl1pPr>
            <a:lvl2pPr marL="900044" indent="0">
              <a:buNone/>
              <a:defRPr sz="5512"/>
            </a:lvl2pPr>
            <a:lvl3pPr marL="1800088" indent="0">
              <a:buNone/>
              <a:defRPr sz="4725"/>
            </a:lvl3pPr>
            <a:lvl4pPr marL="2700132" indent="0">
              <a:buNone/>
              <a:defRPr sz="3937"/>
            </a:lvl4pPr>
            <a:lvl5pPr marL="3600176" indent="0">
              <a:buNone/>
              <a:defRPr sz="3937"/>
            </a:lvl5pPr>
            <a:lvl6pPr marL="4500220" indent="0">
              <a:buNone/>
              <a:defRPr sz="3937"/>
            </a:lvl6pPr>
            <a:lvl7pPr marL="5400264" indent="0">
              <a:buNone/>
              <a:defRPr sz="3937"/>
            </a:lvl7pPr>
            <a:lvl8pPr marL="6300307" indent="0">
              <a:buNone/>
              <a:defRPr sz="3937"/>
            </a:lvl8pPr>
            <a:lvl9pPr marL="7200351" indent="0">
              <a:buNone/>
              <a:defRPr sz="3937"/>
            </a:lvl9pPr>
          </a:lstStyle>
          <a:p>
            <a:r>
              <a:rPr lang="en-GB"/>
              <a:t>Click icon to add picture</a:t>
            </a:r>
            <a:endParaRPr lang="en-US" dirty="0"/>
          </a:p>
        </p:txBody>
      </p:sp>
      <p:sp>
        <p:nvSpPr>
          <p:cNvPr id="4" name="Text Placeholder 3"/>
          <p:cNvSpPr>
            <a:spLocks noGrp="1"/>
          </p:cNvSpPr>
          <p:nvPr>
            <p:ph type="body" sz="half" idx="2"/>
          </p:nvPr>
        </p:nvSpPr>
        <p:spPr>
          <a:xfrm>
            <a:off x="1239890" y="8100060"/>
            <a:ext cx="5805682" cy="15006363"/>
          </a:xfrm>
        </p:spPr>
        <p:txBody>
          <a:bodyPr/>
          <a:lstStyle>
            <a:lvl1pPr marL="0" indent="0">
              <a:buNone/>
              <a:defRPr sz="3150"/>
            </a:lvl1pPr>
            <a:lvl2pPr marL="900044" indent="0">
              <a:buNone/>
              <a:defRPr sz="2756"/>
            </a:lvl2pPr>
            <a:lvl3pPr marL="1800088" indent="0">
              <a:buNone/>
              <a:defRPr sz="2362"/>
            </a:lvl3pPr>
            <a:lvl4pPr marL="2700132" indent="0">
              <a:buNone/>
              <a:defRPr sz="1969"/>
            </a:lvl4pPr>
            <a:lvl5pPr marL="3600176" indent="0">
              <a:buNone/>
              <a:defRPr sz="1969"/>
            </a:lvl5pPr>
            <a:lvl6pPr marL="4500220" indent="0">
              <a:buNone/>
              <a:defRPr sz="1969"/>
            </a:lvl6pPr>
            <a:lvl7pPr marL="5400264" indent="0">
              <a:buNone/>
              <a:defRPr sz="1969"/>
            </a:lvl7pPr>
            <a:lvl8pPr marL="6300307" indent="0">
              <a:buNone/>
              <a:defRPr sz="1969"/>
            </a:lvl8pPr>
            <a:lvl9pPr marL="7200351" indent="0">
              <a:buNone/>
              <a:defRPr sz="1969"/>
            </a:lvl9pPr>
          </a:lstStyle>
          <a:p>
            <a:pPr lvl="0"/>
            <a:r>
              <a:rPr lang="en-GB"/>
              <a:t>Click to edit Master text styles</a:t>
            </a:r>
          </a:p>
        </p:txBody>
      </p:sp>
      <p:sp>
        <p:nvSpPr>
          <p:cNvPr id="5" name="Date Placeholder 4"/>
          <p:cNvSpPr>
            <a:spLocks noGrp="1"/>
          </p:cNvSpPr>
          <p:nvPr>
            <p:ph type="dt" sz="half" idx="10"/>
          </p:nvPr>
        </p:nvSpPr>
        <p:spPr/>
        <p:txBody>
          <a:bodyPr/>
          <a:lstStyle/>
          <a:p>
            <a:fld id="{AE71A6B6-8EA0-D144-9DD3-D186226AD7A4}" type="datetimeFigureOut">
              <a:rPr lang="en-US" smtClean="0"/>
              <a:t>5/6/23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2162785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E71A6B6-8EA0-D144-9DD3-D186226AD7A4}" type="datetimeFigureOut">
              <a:rPr lang="en-US" smtClean="0"/>
              <a:t>5/6/23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1535458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881725" y="1437511"/>
            <a:ext cx="3881393" cy="2288142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37546" y="1437511"/>
            <a:ext cx="11419171" cy="2288142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E71A6B6-8EA0-D144-9DD3-D186226AD7A4}" type="datetimeFigureOut">
              <a:rPr lang="en-US" smtClean="0"/>
              <a:t>5/6/23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E3BE1B-996C-6E4D-8DE9-E99F6D09AFE5}" type="slidenum">
              <a:rPr lang="en-US" smtClean="0"/>
              <a:t>‹#›</a:t>
            </a:fld>
            <a:endParaRPr lang="en-US"/>
          </a:p>
        </p:txBody>
      </p:sp>
    </p:spTree>
    <p:extLst>
      <p:ext uri="{BB962C8B-B14F-4D97-AF65-F5344CB8AC3E}">
        <p14:creationId xmlns:p14="http://schemas.microsoft.com/office/powerpoint/2010/main" val="3975473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37546" y="1437516"/>
            <a:ext cx="15525572" cy="5218791"/>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237546" y="7187553"/>
            <a:ext cx="15525572" cy="1713137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37546" y="25025191"/>
            <a:ext cx="4050149" cy="1437511"/>
          </a:xfrm>
          <a:prstGeom prst="rect">
            <a:avLst/>
          </a:prstGeom>
        </p:spPr>
        <p:txBody>
          <a:bodyPr vert="horz" lIns="91440" tIns="45720" rIns="91440" bIns="45720" rtlCol="0" anchor="ctr"/>
          <a:lstStyle>
            <a:lvl1pPr algn="l">
              <a:defRPr sz="2362">
                <a:solidFill>
                  <a:schemeClr val="tx1">
                    <a:tint val="75000"/>
                  </a:schemeClr>
                </a:solidFill>
              </a:defRPr>
            </a:lvl1pPr>
          </a:lstStyle>
          <a:p>
            <a:fld id="{AE71A6B6-8EA0-D144-9DD3-D186226AD7A4}" type="datetimeFigureOut">
              <a:rPr lang="en-US" smtClean="0"/>
              <a:t>5/6/23</a:t>
            </a:fld>
            <a:endParaRPr lang="en-US"/>
          </a:p>
        </p:txBody>
      </p:sp>
      <p:sp>
        <p:nvSpPr>
          <p:cNvPr id="5" name="Footer Placeholder 4"/>
          <p:cNvSpPr>
            <a:spLocks noGrp="1"/>
          </p:cNvSpPr>
          <p:nvPr>
            <p:ph type="ftr" sz="quarter" idx="3"/>
          </p:nvPr>
        </p:nvSpPr>
        <p:spPr>
          <a:xfrm>
            <a:off x="5962720" y="25025191"/>
            <a:ext cx="6075224" cy="1437511"/>
          </a:xfrm>
          <a:prstGeom prst="rect">
            <a:avLst/>
          </a:prstGeom>
        </p:spPr>
        <p:txBody>
          <a:bodyPr vert="horz" lIns="91440" tIns="45720" rIns="91440" bIns="45720" rtlCol="0" anchor="ctr"/>
          <a:lstStyle>
            <a:lvl1pPr algn="ctr">
              <a:defRPr sz="236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712968" y="25025191"/>
            <a:ext cx="4050149" cy="1437511"/>
          </a:xfrm>
          <a:prstGeom prst="rect">
            <a:avLst/>
          </a:prstGeom>
        </p:spPr>
        <p:txBody>
          <a:bodyPr vert="horz" lIns="91440" tIns="45720" rIns="91440" bIns="45720" rtlCol="0" anchor="ctr"/>
          <a:lstStyle>
            <a:lvl1pPr algn="r">
              <a:defRPr sz="2362">
                <a:solidFill>
                  <a:schemeClr val="tx1">
                    <a:tint val="75000"/>
                  </a:schemeClr>
                </a:solidFill>
              </a:defRPr>
            </a:lvl1pPr>
          </a:lstStyle>
          <a:p>
            <a:fld id="{B6E3BE1B-996C-6E4D-8DE9-E99F6D09AFE5}" type="slidenum">
              <a:rPr lang="en-US" smtClean="0"/>
              <a:t>‹#›</a:t>
            </a:fld>
            <a:endParaRPr lang="en-US"/>
          </a:p>
        </p:txBody>
      </p:sp>
    </p:spTree>
    <p:extLst>
      <p:ext uri="{BB962C8B-B14F-4D97-AF65-F5344CB8AC3E}">
        <p14:creationId xmlns:p14="http://schemas.microsoft.com/office/powerpoint/2010/main" val="1143204133"/>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1800088" rtl="0" eaLnBrk="1" latinLnBrk="0" hangingPunct="1">
        <a:lnSpc>
          <a:spcPct val="90000"/>
        </a:lnSpc>
        <a:spcBef>
          <a:spcPct val="0"/>
        </a:spcBef>
        <a:buNone/>
        <a:defRPr sz="8662" kern="1200">
          <a:solidFill>
            <a:schemeClr val="tx1"/>
          </a:solidFill>
          <a:latin typeface="+mj-lt"/>
          <a:ea typeface="+mj-ea"/>
          <a:cs typeface="+mj-cs"/>
        </a:defRPr>
      </a:lvl1pPr>
    </p:titleStyle>
    <p:bodyStyle>
      <a:lvl1pPr marL="450022" indent="-450022" algn="l" defTabSz="1800088" rtl="0" eaLnBrk="1" latinLnBrk="0" hangingPunct="1">
        <a:lnSpc>
          <a:spcPct val="90000"/>
        </a:lnSpc>
        <a:spcBef>
          <a:spcPts val="1969"/>
        </a:spcBef>
        <a:buFont typeface="Arial" panose="020B0604020202020204" pitchFamily="34" charset="0"/>
        <a:buChar char="•"/>
        <a:defRPr sz="5512" kern="1200">
          <a:solidFill>
            <a:schemeClr val="tx1"/>
          </a:solidFill>
          <a:latin typeface="+mn-lt"/>
          <a:ea typeface="+mn-ea"/>
          <a:cs typeface="+mn-cs"/>
        </a:defRPr>
      </a:lvl1pPr>
      <a:lvl2pPr marL="1350066" indent="-450022" algn="l" defTabSz="1800088" rtl="0" eaLnBrk="1" latinLnBrk="0" hangingPunct="1">
        <a:lnSpc>
          <a:spcPct val="90000"/>
        </a:lnSpc>
        <a:spcBef>
          <a:spcPts val="984"/>
        </a:spcBef>
        <a:buFont typeface="Arial" panose="020B0604020202020204" pitchFamily="34" charset="0"/>
        <a:buChar char="•"/>
        <a:defRPr sz="4725" kern="1200">
          <a:solidFill>
            <a:schemeClr val="tx1"/>
          </a:solidFill>
          <a:latin typeface="+mn-lt"/>
          <a:ea typeface="+mn-ea"/>
          <a:cs typeface="+mn-cs"/>
        </a:defRPr>
      </a:lvl2pPr>
      <a:lvl3pPr marL="2250110" indent="-450022" algn="l" defTabSz="1800088" rtl="0" eaLnBrk="1" latinLnBrk="0" hangingPunct="1">
        <a:lnSpc>
          <a:spcPct val="90000"/>
        </a:lnSpc>
        <a:spcBef>
          <a:spcPts val="984"/>
        </a:spcBef>
        <a:buFont typeface="Arial" panose="020B0604020202020204" pitchFamily="34" charset="0"/>
        <a:buChar char="•"/>
        <a:defRPr sz="3937" kern="1200">
          <a:solidFill>
            <a:schemeClr val="tx1"/>
          </a:solidFill>
          <a:latin typeface="+mn-lt"/>
          <a:ea typeface="+mn-ea"/>
          <a:cs typeface="+mn-cs"/>
        </a:defRPr>
      </a:lvl3pPr>
      <a:lvl4pPr marL="3150154"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4pPr>
      <a:lvl5pPr marL="4050198"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5pPr>
      <a:lvl6pPr marL="4950242"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6pPr>
      <a:lvl7pPr marL="5850285"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7pPr>
      <a:lvl8pPr marL="6750329"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8pPr>
      <a:lvl9pPr marL="7650373" indent="-450022" algn="l" defTabSz="1800088" rtl="0" eaLnBrk="1" latinLnBrk="0" hangingPunct="1">
        <a:lnSpc>
          <a:spcPct val="90000"/>
        </a:lnSpc>
        <a:spcBef>
          <a:spcPts val="984"/>
        </a:spcBef>
        <a:buFont typeface="Arial" panose="020B0604020202020204" pitchFamily="34" charset="0"/>
        <a:buChar char="•"/>
        <a:defRPr sz="3543" kern="1200">
          <a:solidFill>
            <a:schemeClr val="tx1"/>
          </a:solidFill>
          <a:latin typeface="+mn-lt"/>
          <a:ea typeface="+mn-ea"/>
          <a:cs typeface="+mn-cs"/>
        </a:defRPr>
      </a:lvl9pPr>
    </p:bodyStyle>
    <p:otherStyle>
      <a:defPPr>
        <a:defRPr lang="en-US"/>
      </a:defPPr>
      <a:lvl1pPr marL="0" algn="l" defTabSz="1800088" rtl="0" eaLnBrk="1" latinLnBrk="0" hangingPunct="1">
        <a:defRPr sz="3543" kern="1200">
          <a:solidFill>
            <a:schemeClr val="tx1"/>
          </a:solidFill>
          <a:latin typeface="+mn-lt"/>
          <a:ea typeface="+mn-ea"/>
          <a:cs typeface="+mn-cs"/>
        </a:defRPr>
      </a:lvl1pPr>
      <a:lvl2pPr marL="900044" algn="l" defTabSz="1800088" rtl="0" eaLnBrk="1" latinLnBrk="0" hangingPunct="1">
        <a:defRPr sz="3543" kern="1200">
          <a:solidFill>
            <a:schemeClr val="tx1"/>
          </a:solidFill>
          <a:latin typeface="+mn-lt"/>
          <a:ea typeface="+mn-ea"/>
          <a:cs typeface="+mn-cs"/>
        </a:defRPr>
      </a:lvl2pPr>
      <a:lvl3pPr marL="1800088" algn="l" defTabSz="1800088" rtl="0" eaLnBrk="1" latinLnBrk="0" hangingPunct="1">
        <a:defRPr sz="3543" kern="1200">
          <a:solidFill>
            <a:schemeClr val="tx1"/>
          </a:solidFill>
          <a:latin typeface="+mn-lt"/>
          <a:ea typeface="+mn-ea"/>
          <a:cs typeface="+mn-cs"/>
        </a:defRPr>
      </a:lvl3pPr>
      <a:lvl4pPr marL="2700132" algn="l" defTabSz="1800088" rtl="0" eaLnBrk="1" latinLnBrk="0" hangingPunct="1">
        <a:defRPr sz="3543" kern="1200">
          <a:solidFill>
            <a:schemeClr val="tx1"/>
          </a:solidFill>
          <a:latin typeface="+mn-lt"/>
          <a:ea typeface="+mn-ea"/>
          <a:cs typeface="+mn-cs"/>
        </a:defRPr>
      </a:lvl4pPr>
      <a:lvl5pPr marL="3600176" algn="l" defTabSz="1800088" rtl="0" eaLnBrk="1" latinLnBrk="0" hangingPunct="1">
        <a:defRPr sz="3543" kern="1200">
          <a:solidFill>
            <a:schemeClr val="tx1"/>
          </a:solidFill>
          <a:latin typeface="+mn-lt"/>
          <a:ea typeface="+mn-ea"/>
          <a:cs typeface="+mn-cs"/>
        </a:defRPr>
      </a:lvl5pPr>
      <a:lvl6pPr marL="4500220" algn="l" defTabSz="1800088" rtl="0" eaLnBrk="1" latinLnBrk="0" hangingPunct="1">
        <a:defRPr sz="3543" kern="1200">
          <a:solidFill>
            <a:schemeClr val="tx1"/>
          </a:solidFill>
          <a:latin typeface="+mn-lt"/>
          <a:ea typeface="+mn-ea"/>
          <a:cs typeface="+mn-cs"/>
        </a:defRPr>
      </a:lvl6pPr>
      <a:lvl7pPr marL="5400264" algn="l" defTabSz="1800088" rtl="0" eaLnBrk="1" latinLnBrk="0" hangingPunct="1">
        <a:defRPr sz="3543" kern="1200">
          <a:solidFill>
            <a:schemeClr val="tx1"/>
          </a:solidFill>
          <a:latin typeface="+mn-lt"/>
          <a:ea typeface="+mn-ea"/>
          <a:cs typeface="+mn-cs"/>
        </a:defRPr>
      </a:lvl7pPr>
      <a:lvl8pPr marL="6300307" algn="l" defTabSz="1800088" rtl="0" eaLnBrk="1" latinLnBrk="0" hangingPunct="1">
        <a:defRPr sz="3543" kern="1200">
          <a:solidFill>
            <a:schemeClr val="tx1"/>
          </a:solidFill>
          <a:latin typeface="+mn-lt"/>
          <a:ea typeface="+mn-ea"/>
          <a:cs typeface="+mn-cs"/>
        </a:defRPr>
      </a:lvl8pPr>
      <a:lvl9pPr marL="7200351" algn="l" defTabSz="1800088" rtl="0" eaLnBrk="1" latinLnBrk="0" hangingPunct="1">
        <a:defRPr sz="354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FF2883-FFD2-6D1D-DCB7-E80F4E74D231}"/>
              </a:ext>
            </a:extLst>
          </p:cNvPr>
          <p:cNvSpPr txBox="1"/>
          <p:nvPr/>
        </p:nvSpPr>
        <p:spPr>
          <a:xfrm>
            <a:off x="0" y="5370109"/>
            <a:ext cx="17796094" cy="22252245"/>
          </a:xfrm>
          <a:prstGeom prst="rect">
            <a:avLst/>
          </a:prstGeom>
          <a:noFill/>
        </p:spPr>
        <p:txBody>
          <a:bodyPr wrap="square">
            <a:spAutoFit/>
          </a:bodyPr>
          <a:lstStyle/>
          <a:p>
            <a:r>
              <a:rPr lang="en-SG" sz="4800" dirty="0"/>
              <a:t>Please </a:t>
            </a:r>
            <a:r>
              <a:rPr lang="en-SG" sz="4800" dirty="0" err="1"/>
              <a:t>analyze</a:t>
            </a:r>
            <a:r>
              <a:rPr lang="en-SG" sz="4800" dirty="0"/>
              <a:t> the two following provided code files in C or Java. Identify if they are semantically equal. 'Semantically equal' means two codes have the same meaning, that they have the same output given the same input. Here are three semantically equal examples: </a:t>
            </a:r>
          </a:p>
          <a:p>
            <a:r>
              <a:rPr lang="en-SG" sz="4800" dirty="0"/>
              <a:t>The first example pair is</a:t>
            </a:r>
          </a:p>
          <a:p>
            <a:r>
              <a:rPr lang="en-SG" sz="4800" dirty="0"/>
              <a:t>``` Code 1</a:t>
            </a:r>
          </a:p>
          <a:p>
            <a:pPr lvl="1"/>
            <a:r>
              <a:rPr lang="en-SG" sz="4800" dirty="0"/>
              <a:t>double f(double M, double x) {</a:t>
            </a:r>
          </a:p>
          <a:p>
            <a:pPr lvl="2"/>
            <a:r>
              <a:rPr lang="en-SG" sz="4800" dirty="0"/>
              <a:t>x = (M + x) / 2;</a:t>
            </a:r>
          </a:p>
          <a:p>
            <a:pPr lvl="2"/>
            <a:r>
              <a:rPr lang="en-SG" sz="4800" dirty="0"/>
              <a:t>return x;</a:t>
            </a:r>
          </a:p>
          <a:p>
            <a:pPr lvl="1"/>
            <a:r>
              <a:rPr lang="en-SG" sz="4800" dirty="0"/>
              <a:t>}</a:t>
            </a:r>
          </a:p>
          <a:p>
            <a:r>
              <a:rPr lang="en-SG" sz="4800" dirty="0"/>
              <a:t>```</a:t>
            </a:r>
          </a:p>
          <a:p>
            <a:r>
              <a:rPr lang="en-SG" sz="4800" dirty="0"/>
              <a:t>``` Mutant Code 1</a:t>
            </a:r>
          </a:p>
          <a:p>
            <a:pPr lvl="1"/>
            <a:r>
              <a:rPr lang="en-SG" sz="4800" dirty="0"/>
              <a:t>double f(double M, double x) {</a:t>
            </a:r>
          </a:p>
          <a:p>
            <a:pPr lvl="2"/>
            <a:r>
              <a:rPr lang="en-SG" sz="4800" dirty="0"/>
              <a:t>x = (M + x++ ) / 2;</a:t>
            </a:r>
          </a:p>
          <a:p>
            <a:pPr lvl="2"/>
            <a:r>
              <a:rPr lang="en-SG" sz="4800" dirty="0"/>
              <a:t>return x;</a:t>
            </a:r>
          </a:p>
          <a:p>
            <a:pPr lvl="1"/>
            <a:r>
              <a:rPr lang="en-SG" sz="4800" dirty="0"/>
              <a:t>}</a:t>
            </a:r>
          </a:p>
          <a:p>
            <a:r>
              <a:rPr lang="en-SG" sz="4800" dirty="0"/>
              <a:t>```</a:t>
            </a:r>
          </a:p>
          <a:p>
            <a:r>
              <a:rPr lang="en-SG" sz="4800" dirty="0"/>
              <a:t>Yes. The two codes are semantically </a:t>
            </a:r>
            <a:r>
              <a:rPr lang="en-SG" sz="4800" dirty="0" err="1"/>
              <a:t>euqal</a:t>
            </a:r>
            <a:r>
              <a:rPr lang="en-SG" sz="4800" dirty="0"/>
              <a:t> because `M + x++` first does `M + x` and then `x++`. Therefore, `(M + x) / 2` is the same with `(M + x++) / 2`.</a:t>
            </a:r>
          </a:p>
          <a:p>
            <a:br>
              <a:rPr lang="en-SG" sz="4800" dirty="0"/>
            </a:br>
            <a:r>
              <a:rPr lang="en-SG" sz="4800" dirty="0">
                <a:solidFill>
                  <a:srgbClr val="C00000"/>
                </a:solidFill>
              </a:rPr>
              <a:t>[More examples]</a:t>
            </a:r>
          </a:p>
          <a:p>
            <a:br>
              <a:rPr lang="en-SG" sz="4800" dirty="0"/>
            </a:br>
            <a:r>
              <a:rPr lang="en-SG" sz="4800" dirty="0"/>
              <a:t>Please identify if the two following codes are semantically equal. Please only answer `yes` or `no`. `yes` means they are semantically equal. `no` means they are not. </a:t>
            </a:r>
          </a:p>
          <a:p>
            <a:r>
              <a:rPr lang="en-SG" sz="4800" dirty="0"/>
              <a:t>Input :</a:t>
            </a:r>
          </a:p>
          <a:p>
            <a:r>
              <a:rPr lang="en-SG" sz="4800" dirty="0"/>
              <a:t>```Code </a:t>
            </a:r>
            <a:br>
              <a:rPr lang="en-SG" sz="4800" dirty="0"/>
            </a:br>
            <a:r>
              <a:rPr lang="en-SG" sz="4800" dirty="0">
                <a:solidFill>
                  <a:srgbClr val="C00000"/>
                </a:solidFill>
              </a:rPr>
              <a:t>[INPUT_CODE]</a:t>
            </a:r>
            <a:br>
              <a:rPr lang="en-SG" sz="4800" dirty="0"/>
            </a:br>
            <a:r>
              <a:rPr lang="en-SG" sz="4800" dirty="0"/>
              <a:t>```</a:t>
            </a:r>
          </a:p>
        </p:txBody>
      </p:sp>
      <p:sp>
        <p:nvSpPr>
          <p:cNvPr id="2" name="TextBox 1">
            <a:extLst>
              <a:ext uri="{FF2B5EF4-FFF2-40B4-BE49-F238E27FC236}">
                <a16:creationId xmlns:a16="http://schemas.microsoft.com/office/drawing/2014/main" id="{59FD4634-AE18-9ACB-6864-D4FDCA745485}"/>
              </a:ext>
            </a:extLst>
          </p:cNvPr>
          <p:cNvSpPr txBox="1"/>
          <p:nvPr/>
        </p:nvSpPr>
        <p:spPr>
          <a:xfrm>
            <a:off x="1" y="-21932"/>
            <a:ext cx="18000663" cy="6001643"/>
          </a:xfrm>
          <a:prstGeom prst="rect">
            <a:avLst/>
          </a:prstGeom>
          <a:noFill/>
        </p:spPr>
        <p:txBody>
          <a:bodyPr wrap="square">
            <a:spAutoFit/>
          </a:bodyPr>
          <a:lstStyle/>
          <a:p>
            <a:r>
              <a:rPr lang="en-US" sz="4800" dirty="0"/>
              <a:t>You are a C Abstract Syntax Tree (AST) parser. I will give you a  C code file. You give me its AST in </a:t>
            </a:r>
            <a:r>
              <a:rPr lang="en-US" sz="4800" dirty="0" err="1"/>
              <a:t>Json</a:t>
            </a:r>
            <a:r>
              <a:rPr lang="en-US" sz="4800" dirty="0"/>
              <a:t> format. Each AST node only has three attributes, children, type and value.</a:t>
            </a:r>
          </a:p>
          <a:p>
            <a:r>
              <a:rPr lang="en-US" sz="4800" dirty="0"/>
              <a:t>    </a:t>
            </a:r>
          </a:p>
          <a:p>
            <a:r>
              <a:rPr lang="en-US" sz="4800" dirty="0"/>
              <a:t>The input file is </a:t>
            </a:r>
          </a:p>
          <a:p>
            <a:r>
              <a:rPr lang="en-US" sz="4800" dirty="0"/>
              <a:t>```</a:t>
            </a:r>
          </a:p>
          <a:p>
            <a:r>
              <a:rPr lang="en-SG" sz="4800" dirty="0">
                <a:solidFill>
                  <a:srgbClr val="C00000"/>
                </a:solidFill>
              </a:rPr>
              <a:t>[INPUT_CODE]</a:t>
            </a:r>
            <a:endParaRPr lang="en-US" sz="4800" dirty="0"/>
          </a:p>
          <a:p>
            <a:r>
              <a:rPr lang="en-US" sz="4800" dirty="0"/>
              <a:t>```</a:t>
            </a:r>
          </a:p>
        </p:txBody>
      </p:sp>
      <p:cxnSp>
        <p:nvCxnSpPr>
          <p:cNvPr id="5" name="Straight Connector 4">
            <a:extLst>
              <a:ext uri="{FF2B5EF4-FFF2-40B4-BE49-F238E27FC236}">
                <a16:creationId xmlns:a16="http://schemas.microsoft.com/office/drawing/2014/main" id="{6F7916A8-8E8E-AEEA-590C-4095D6E0F66E}"/>
              </a:ext>
            </a:extLst>
          </p:cNvPr>
          <p:cNvCxnSpPr>
            <a:cxnSpLocks/>
          </p:cNvCxnSpPr>
          <p:nvPr/>
        </p:nvCxnSpPr>
        <p:spPr>
          <a:xfrm>
            <a:off x="7011" y="5515189"/>
            <a:ext cx="17993657" cy="0"/>
          </a:xfrm>
          <a:prstGeom prst="line">
            <a:avLst/>
          </a:prstGeom>
          <a:ln w="25400">
            <a:solidFill>
              <a:schemeClr val="tx1">
                <a:alpha val="57619"/>
              </a:schemeClr>
            </a:solidFill>
            <a:prstDash val="dash"/>
          </a:ln>
        </p:spPr>
        <p:style>
          <a:lnRef idx="1">
            <a:schemeClr val="accent1"/>
          </a:lnRef>
          <a:fillRef idx="0">
            <a:schemeClr val="accent1"/>
          </a:fillRef>
          <a:effectRef idx="0">
            <a:schemeClr val="accent1"/>
          </a:effectRef>
          <a:fontRef idx="minor">
            <a:schemeClr val="tx1"/>
          </a:fontRef>
        </p:style>
      </p:cxnSp>
      <p:pic>
        <p:nvPicPr>
          <p:cNvPr id="9" name="Picture 8" descr="A picture containing black, darkness&#10;&#10;Description automatically generated">
            <a:extLst>
              <a:ext uri="{FF2B5EF4-FFF2-40B4-BE49-F238E27FC236}">
                <a16:creationId xmlns:a16="http://schemas.microsoft.com/office/drawing/2014/main" id="{817EA14E-165B-ED03-EC0E-D1BE59E49658}"/>
              </a:ext>
            </a:extLst>
          </p:cNvPr>
          <p:cNvPicPr>
            <a:picLocks noChangeAspect="1"/>
          </p:cNvPicPr>
          <p:nvPr/>
        </p:nvPicPr>
        <p:blipFill>
          <a:blip r:embed="rId2"/>
          <a:stretch>
            <a:fillRect/>
          </a:stretch>
        </p:blipFill>
        <p:spPr>
          <a:xfrm>
            <a:off x="6372736" y="3550492"/>
            <a:ext cx="945044" cy="945044"/>
          </a:xfrm>
          <a:prstGeom prst="rect">
            <a:avLst/>
          </a:prstGeom>
        </p:spPr>
      </p:pic>
      <p:sp>
        <p:nvSpPr>
          <p:cNvPr id="10" name="TextBox 9">
            <a:extLst>
              <a:ext uri="{FF2B5EF4-FFF2-40B4-BE49-F238E27FC236}">
                <a16:creationId xmlns:a16="http://schemas.microsoft.com/office/drawing/2014/main" id="{0D19ABCC-3A12-E0FA-5C92-7A1C51B0C437}"/>
              </a:ext>
            </a:extLst>
          </p:cNvPr>
          <p:cNvSpPr txBox="1"/>
          <p:nvPr/>
        </p:nvSpPr>
        <p:spPr>
          <a:xfrm>
            <a:off x="7520688" y="3737481"/>
            <a:ext cx="6998454" cy="830997"/>
          </a:xfrm>
          <a:prstGeom prst="rect">
            <a:avLst/>
          </a:prstGeom>
          <a:noFill/>
          <a:ln w="25400" cap="rnd">
            <a:noFill/>
            <a:round/>
          </a:ln>
        </p:spPr>
        <p:txBody>
          <a:bodyPr wrap="square" rtlCol="0">
            <a:spAutoFit/>
          </a:bodyPr>
          <a:lstStyle/>
          <a:p>
            <a:r>
              <a:rPr lang="en-SG" sz="4800" dirty="0">
                <a:solidFill>
                  <a:srgbClr val="C00000"/>
                </a:solidFill>
              </a:rPr>
              <a:t> Role Prompt for AST task</a:t>
            </a:r>
            <a:endParaRPr lang="en-US" sz="4800" dirty="0">
              <a:solidFill>
                <a:srgbClr val="C00000"/>
              </a:solidFill>
            </a:endParaRPr>
          </a:p>
        </p:txBody>
      </p:sp>
      <p:sp>
        <p:nvSpPr>
          <p:cNvPr id="11" name="Rounded Rectangle 10">
            <a:extLst>
              <a:ext uri="{FF2B5EF4-FFF2-40B4-BE49-F238E27FC236}">
                <a16:creationId xmlns:a16="http://schemas.microsoft.com/office/drawing/2014/main" id="{46884AE1-5AF4-0A1C-4F25-CEC8DCA0FD8C}"/>
              </a:ext>
            </a:extLst>
          </p:cNvPr>
          <p:cNvSpPr/>
          <p:nvPr/>
        </p:nvSpPr>
        <p:spPr>
          <a:xfrm>
            <a:off x="6169828" y="3599742"/>
            <a:ext cx="8349314" cy="968736"/>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B186E123-4179-106F-505A-4C6E4EC64225}"/>
              </a:ext>
            </a:extLst>
          </p:cNvPr>
          <p:cNvSpPr/>
          <p:nvPr/>
        </p:nvSpPr>
        <p:spPr>
          <a:xfrm>
            <a:off x="6169827" y="12682227"/>
            <a:ext cx="11247315" cy="1179188"/>
          </a:xfrm>
          <a:prstGeom prst="round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6F2D64FA-519F-AC0A-DB3F-8923AD3BDFDC}"/>
              </a:ext>
            </a:extLst>
          </p:cNvPr>
          <p:cNvSpPr txBox="1"/>
          <p:nvPr/>
        </p:nvSpPr>
        <p:spPr>
          <a:xfrm>
            <a:off x="7359702" y="12917878"/>
            <a:ext cx="10436391" cy="830997"/>
          </a:xfrm>
          <a:prstGeom prst="rect">
            <a:avLst/>
          </a:prstGeom>
          <a:noFill/>
          <a:ln w="25400" cap="rnd">
            <a:noFill/>
            <a:round/>
          </a:ln>
        </p:spPr>
        <p:txBody>
          <a:bodyPr wrap="square" rtlCol="0">
            <a:spAutoFit/>
          </a:bodyPr>
          <a:lstStyle/>
          <a:p>
            <a:r>
              <a:rPr lang="en-SG" sz="4800" dirty="0">
                <a:solidFill>
                  <a:srgbClr val="C00000"/>
                </a:solidFill>
                <a:latin typeface="Arial" panose="020B0604020202020204" pitchFamily="34" charset="0"/>
              </a:rPr>
              <a:t> Instruction Prompt for Equal Mutant</a:t>
            </a:r>
            <a:endParaRPr lang="en-US" sz="4800" dirty="0">
              <a:solidFill>
                <a:srgbClr val="C00000"/>
              </a:solidFill>
            </a:endParaRPr>
          </a:p>
        </p:txBody>
      </p:sp>
      <p:pic>
        <p:nvPicPr>
          <p:cNvPr id="15" name="Picture 14" descr="A picture containing black, darkness&#10;&#10;Description automatically generated">
            <a:extLst>
              <a:ext uri="{FF2B5EF4-FFF2-40B4-BE49-F238E27FC236}">
                <a16:creationId xmlns:a16="http://schemas.microsoft.com/office/drawing/2014/main" id="{FEE0517F-6A80-82BB-4AF4-79ADD6F18EB9}"/>
              </a:ext>
            </a:extLst>
          </p:cNvPr>
          <p:cNvPicPr>
            <a:picLocks noChangeAspect="1"/>
          </p:cNvPicPr>
          <p:nvPr/>
        </p:nvPicPr>
        <p:blipFill>
          <a:blip r:embed="rId3"/>
          <a:stretch>
            <a:fillRect/>
          </a:stretch>
        </p:blipFill>
        <p:spPr>
          <a:xfrm>
            <a:off x="6372736" y="12756427"/>
            <a:ext cx="1104988" cy="1104988"/>
          </a:xfrm>
          <a:prstGeom prst="rect">
            <a:avLst/>
          </a:prstGeom>
        </p:spPr>
      </p:pic>
    </p:spTree>
    <p:extLst>
      <p:ext uri="{BB962C8B-B14F-4D97-AF65-F5344CB8AC3E}">
        <p14:creationId xmlns:p14="http://schemas.microsoft.com/office/powerpoint/2010/main" val="10245405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657</TotalTime>
  <Words>284</Words>
  <Application>Microsoft Macintosh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Student</cp:lastModifiedBy>
  <cp:revision>24</cp:revision>
  <dcterms:created xsi:type="dcterms:W3CDTF">2023-05-02T21:17:13Z</dcterms:created>
  <dcterms:modified xsi:type="dcterms:W3CDTF">2023-05-06T07:16:33Z</dcterms:modified>
</cp:coreProperties>
</file>