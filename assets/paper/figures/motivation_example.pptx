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10080625" cy="3600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7"/>
    <p:restoredTop sz="96266"/>
  </p:normalViewPr>
  <p:slideViewPr>
    <p:cSldViewPr snapToGrid="0">
      <p:cViewPr varScale="1">
        <p:scale>
          <a:sx n="155" d="100"/>
          <a:sy n="155" d="100"/>
        </p:scale>
        <p:origin x="184" y="1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0078" y="589241"/>
            <a:ext cx="7560469" cy="1253490"/>
          </a:xfrm>
        </p:spPr>
        <p:txBody>
          <a:bodyPr anchor="b"/>
          <a:lstStyle>
            <a:lvl1pPr algn="ctr">
              <a:defRPr sz="315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0078" y="1891070"/>
            <a:ext cx="7560469" cy="869275"/>
          </a:xfrm>
        </p:spPr>
        <p:txBody>
          <a:bodyPr/>
          <a:lstStyle>
            <a:lvl1pPr marL="0" indent="0" algn="ctr">
              <a:buNone/>
              <a:defRPr sz="1260"/>
            </a:lvl1pPr>
            <a:lvl2pPr marL="240030" indent="0" algn="ctr">
              <a:buNone/>
              <a:defRPr sz="1050"/>
            </a:lvl2pPr>
            <a:lvl3pPr marL="480060" indent="0" algn="ctr">
              <a:buNone/>
              <a:defRPr sz="945"/>
            </a:lvl3pPr>
            <a:lvl4pPr marL="720090" indent="0" algn="ctr">
              <a:buNone/>
              <a:defRPr sz="840"/>
            </a:lvl4pPr>
            <a:lvl5pPr marL="960120" indent="0" algn="ctr">
              <a:buNone/>
              <a:defRPr sz="840"/>
            </a:lvl5pPr>
            <a:lvl6pPr marL="1200150" indent="0" algn="ctr">
              <a:buNone/>
              <a:defRPr sz="840"/>
            </a:lvl6pPr>
            <a:lvl7pPr marL="1440180" indent="0" algn="ctr">
              <a:buNone/>
              <a:defRPr sz="840"/>
            </a:lvl7pPr>
            <a:lvl8pPr marL="1680210" indent="0" algn="ctr">
              <a:buNone/>
              <a:defRPr sz="840"/>
            </a:lvl8pPr>
            <a:lvl9pPr marL="1920240" indent="0" algn="ctr">
              <a:buNone/>
              <a:defRPr sz="84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5520-4C8E-7C41-A006-81AD4A898AF7}" type="datetimeFigureOut">
              <a:rPr lang="en-US" smtClean="0"/>
              <a:t>5/1/23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F388F-B8E7-5946-83B7-ABCAC4DD6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092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5520-4C8E-7C41-A006-81AD4A898AF7}" type="datetimeFigureOut">
              <a:rPr lang="en-US" smtClean="0"/>
              <a:t>5/1/23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F388F-B8E7-5946-83B7-ABCAC4DD6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776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793" y="897613"/>
            <a:ext cx="8694539" cy="1497687"/>
          </a:xfrm>
        </p:spPr>
        <p:txBody>
          <a:bodyPr anchor="b"/>
          <a:lstStyle>
            <a:lvl1pPr>
              <a:defRPr sz="315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793" y="2409468"/>
            <a:ext cx="8694539" cy="787598"/>
          </a:xfrm>
        </p:spPr>
        <p:txBody>
          <a:bodyPr/>
          <a:lstStyle>
            <a:lvl1pPr marL="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1pPr>
            <a:lvl2pPr marL="24003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2pPr>
            <a:lvl3pPr marL="4800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3pPr>
            <a:lvl4pPr marL="72009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4pPr>
            <a:lvl5pPr marL="96012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5pPr>
            <a:lvl6pPr marL="120015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6pPr>
            <a:lvl7pPr marL="144018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7pPr>
            <a:lvl8pPr marL="168021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8pPr>
            <a:lvl9pPr marL="192024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5520-4C8E-7C41-A006-81AD4A898AF7}" type="datetimeFigureOut">
              <a:rPr lang="en-US" smtClean="0"/>
              <a:t>5/1/23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F388F-B8E7-5946-83B7-ABCAC4DD6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450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3043" y="958453"/>
            <a:ext cx="4284266" cy="228445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3316" y="958453"/>
            <a:ext cx="4284266" cy="228445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5520-4C8E-7C41-A006-81AD4A898AF7}" type="datetimeFigureOut">
              <a:rPr lang="en-US" smtClean="0"/>
              <a:t>5/1/23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F388F-B8E7-5946-83B7-ABCAC4DD6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395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4356" y="191691"/>
            <a:ext cx="8694539" cy="69592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4357" y="882610"/>
            <a:ext cx="4264576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4357" y="1315164"/>
            <a:ext cx="4264576" cy="193440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03316" y="882610"/>
            <a:ext cx="4285579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03316" y="1315164"/>
            <a:ext cx="4285579" cy="193440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5520-4C8E-7C41-A006-81AD4A898AF7}" type="datetimeFigureOut">
              <a:rPr lang="en-US" smtClean="0"/>
              <a:t>5/1/23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F388F-B8E7-5946-83B7-ABCAC4DD6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608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5520-4C8E-7C41-A006-81AD4A898AF7}" type="datetimeFigureOut">
              <a:rPr lang="en-US" smtClean="0"/>
              <a:t>5/1/23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F388F-B8E7-5946-83B7-ABCAC4DD6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867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5520-4C8E-7C41-A006-81AD4A898AF7}" type="datetimeFigureOut">
              <a:rPr lang="en-US" smtClean="0"/>
              <a:t>5/1/23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F388F-B8E7-5946-83B7-ABCAC4DD6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958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4356" y="240030"/>
            <a:ext cx="3251264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579" y="518398"/>
            <a:ext cx="5103316" cy="2558653"/>
          </a:xfrm>
        </p:spPr>
        <p:txBody>
          <a:bodyPr/>
          <a:lstStyle>
            <a:lvl1pPr>
              <a:defRPr sz="1680"/>
            </a:lvl1pPr>
            <a:lvl2pPr>
              <a:defRPr sz="1470"/>
            </a:lvl2pPr>
            <a:lvl3pPr>
              <a:defRPr sz="126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4356" y="1080135"/>
            <a:ext cx="3251264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5520-4C8E-7C41-A006-81AD4A898AF7}" type="datetimeFigureOut">
              <a:rPr lang="en-US" smtClean="0"/>
              <a:t>5/1/23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F388F-B8E7-5946-83B7-ABCAC4DD6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194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4356" y="240030"/>
            <a:ext cx="3251264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85579" y="518398"/>
            <a:ext cx="5103316" cy="2558653"/>
          </a:xfrm>
        </p:spPr>
        <p:txBody>
          <a:bodyPr anchor="t"/>
          <a:lstStyle>
            <a:lvl1pPr marL="0" indent="0">
              <a:buNone/>
              <a:defRPr sz="1680"/>
            </a:lvl1pPr>
            <a:lvl2pPr marL="240030" indent="0">
              <a:buNone/>
              <a:defRPr sz="1470"/>
            </a:lvl2pPr>
            <a:lvl3pPr marL="480060" indent="0">
              <a:buNone/>
              <a:defRPr sz="1260"/>
            </a:lvl3pPr>
            <a:lvl4pPr marL="720090" indent="0">
              <a:buNone/>
              <a:defRPr sz="1050"/>
            </a:lvl4pPr>
            <a:lvl5pPr marL="960120" indent="0">
              <a:buNone/>
              <a:defRPr sz="1050"/>
            </a:lvl5pPr>
            <a:lvl6pPr marL="1200150" indent="0">
              <a:buNone/>
              <a:defRPr sz="1050"/>
            </a:lvl6pPr>
            <a:lvl7pPr marL="1440180" indent="0">
              <a:buNone/>
              <a:defRPr sz="1050"/>
            </a:lvl7pPr>
            <a:lvl8pPr marL="1680210" indent="0">
              <a:buNone/>
              <a:defRPr sz="1050"/>
            </a:lvl8pPr>
            <a:lvl9pPr marL="1920240" indent="0">
              <a:buNone/>
              <a:defRPr sz="105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4356" y="1080135"/>
            <a:ext cx="3251264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5520-4C8E-7C41-A006-81AD4A898AF7}" type="datetimeFigureOut">
              <a:rPr lang="en-US" smtClean="0"/>
              <a:t>5/1/23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F388F-B8E7-5946-83B7-ABCAC4DD6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93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5520-4C8E-7C41-A006-81AD4A898AF7}" type="datetimeFigureOut">
              <a:rPr lang="en-US" smtClean="0"/>
              <a:t>5/1/23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F388F-B8E7-5946-83B7-ABCAC4DD6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907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13947" y="191691"/>
            <a:ext cx="2173635" cy="305121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3043" y="191691"/>
            <a:ext cx="6394896" cy="305121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5520-4C8E-7C41-A006-81AD4A898AF7}" type="datetimeFigureOut">
              <a:rPr lang="en-US" smtClean="0"/>
              <a:t>5/1/23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F388F-B8E7-5946-83B7-ABCAC4DD6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036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3043" y="191691"/>
            <a:ext cx="8694539" cy="6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043" y="958453"/>
            <a:ext cx="8694539" cy="228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3043" y="3337084"/>
            <a:ext cx="2268141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315520-4C8E-7C41-A006-81AD4A898AF7}" type="datetimeFigureOut">
              <a:rPr lang="en-US" smtClean="0"/>
              <a:t>5/1/23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9207" y="3337084"/>
            <a:ext cx="3402211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19441" y="3337084"/>
            <a:ext cx="2268141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FF388F-B8E7-5946-83B7-ABCAC4DD6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209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80060" rtl="0" eaLnBrk="1" latinLnBrk="0" hangingPunct="1">
        <a:lnSpc>
          <a:spcPct val="90000"/>
        </a:lnSpc>
        <a:spcBef>
          <a:spcPct val="0"/>
        </a:spcBef>
        <a:buNone/>
        <a:defRPr sz="23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015" indent="-120015" algn="l" defTabSz="48006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470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2pPr>
      <a:lvl3pPr marL="60007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84010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108013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32016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56019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204025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1pPr>
      <a:lvl2pPr marL="24003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8006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3pPr>
      <a:lvl4pPr marL="72009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20015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44018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68021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932D54-C030-44C5-2B0E-BD2E1069E54D}"/>
              </a:ext>
            </a:extLst>
          </p:cNvPr>
          <p:cNvSpPr txBox="1"/>
          <p:nvPr/>
        </p:nvSpPr>
        <p:spPr>
          <a:xfrm>
            <a:off x="30111" y="0"/>
            <a:ext cx="53848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 dirty="0">
                <a:solidFill>
                  <a:srgbClr val="C00000"/>
                </a:solidFill>
              </a:rPr>
              <a:t>def</a:t>
            </a:r>
            <a:r>
              <a:rPr lang="en-SG" sz="2400" dirty="0"/>
              <a:t> </a:t>
            </a:r>
            <a:r>
              <a:rPr lang="en-SG" sz="2400" dirty="0" err="1"/>
              <a:t>bucketsort</a:t>
            </a:r>
            <a:r>
              <a:rPr lang="en-SG" sz="2400" dirty="0">
                <a:solidFill>
                  <a:srgbClr val="000000"/>
                </a:solidFill>
              </a:rPr>
              <a:t>(</a:t>
            </a:r>
            <a:r>
              <a:rPr lang="en-SG" sz="2400" dirty="0" err="1"/>
              <a:t>arr</a:t>
            </a:r>
            <a:r>
              <a:rPr lang="en-SG" sz="2400" dirty="0"/>
              <a:t>, k </a:t>
            </a:r>
            <a:r>
              <a:rPr lang="en-SG" sz="2400" dirty="0">
                <a:solidFill>
                  <a:srgbClr val="000000"/>
                </a:solidFill>
              </a:rPr>
              <a:t>)</a:t>
            </a:r>
            <a:r>
              <a:rPr lang="en-SG" sz="2400" dirty="0"/>
              <a:t>: </a:t>
            </a:r>
          </a:p>
          <a:p>
            <a:pPr lvl="1"/>
            <a:r>
              <a:rPr lang="en-SG" sz="2400" dirty="0"/>
              <a:t>counts = </a:t>
            </a:r>
            <a:r>
              <a:rPr lang="en-SG" sz="2400" dirty="0">
                <a:solidFill>
                  <a:srgbClr val="000000"/>
                </a:solidFill>
              </a:rPr>
              <a:t>[</a:t>
            </a:r>
            <a:r>
              <a:rPr lang="en-SG" sz="2400" dirty="0">
                <a:solidFill>
                  <a:srgbClr val="C00000"/>
                </a:solidFill>
              </a:rPr>
              <a:t>0</a:t>
            </a:r>
            <a:r>
              <a:rPr lang="en-SG" sz="2400" dirty="0">
                <a:solidFill>
                  <a:srgbClr val="000000"/>
                </a:solidFill>
              </a:rPr>
              <a:t>]</a:t>
            </a:r>
            <a:r>
              <a:rPr lang="en-SG" sz="2400" dirty="0"/>
              <a:t> * k </a:t>
            </a:r>
          </a:p>
          <a:p>
            <a:pPr lvl="1"/>
            <a:r>
              <a:rPr lang="en-SG" sz="2400" b="1" dirty="0">
                <a:solidFill>
                  <a:srgbClr val="C00000"/>
                </a:solidFill>
              </a:rPr>
              <a:t>for</a:t>
            </a:r>
            <a:r>
              <a:rPr lang="en-SG" sz="2400" dirty="0"/>
              <a:t> x </a:t>
            </a:r>
            <a:r>
              <a:rPr lang="en-SG" sz="2400" b="1" dirty="0">
                <a:solidFill>
                  <a:srgbClr val="C00000"/>
                </a:solidFill>
              </a:rPr>
              <a:t>in</a:t>
            </a:r>
            <a:r>
              <a:rPr lang="en-SG" sz="2400" dirty="0"/>
              <a:t> </a:t>
            </a:r>
            <a:r>
              <a:rPr lang="en-SG" sz="2400" dirty="0" err="1"/>
              <a:t>arr</a:t>
            </a:r>
            <a:r>
              <a:rPr lang="en-SG" sz="2400" dirty="0"/>
              <a:t>: </a:t>
            </a:r>
          </a:p>
          <a:p>
            <a:pPr lvl="1"/>
            <a:r>
              <a:rPr lang="en-SG" sz="2400" dirty="0"/>
              <a:t>	counts</a:t>
            </a:r>
            <a:r>
              <a:rPr lang="en-SG" sz="2400" dirty="0">
                <a:solidFill>
                  <a:srgbClr val="000000"/>
                </a:solidFill>
              </a:rPr>
              <a:t>[</a:t>
            </a:r>
            <a:r>
              <a:rPr lang="en-SG" sz="2400" dirty="0"/>
              <a:t>x</a:t>
            </a:r>
            <a:r>
              <a:rPr lang="en-SG" sz="2400" dirty="0">
                <a:solidFill>
                  <a:srgbClr val="000000"/>
                </a:solidFill>
              </a:rPr>
              <a:t>]</a:t>
            </a:r>
            <a:r>
              <a:rPr lang="en-SG" sz="2400" dirty="0"/>
              <a:t> += </a:t>
            </a:r>
            <a:r>
              <a:rPr lang="en-SG" sz="2400" dirty="0">
                <a:solidFill>
                  <a:srgbClr val="C00000"/>
                </a:solidFill>
              </a:rPr>
              <a:t>1 </a:t>
            </a:r>
            <a:r>
              <a:rPr lang="en-SG" sz="2400" dirty="0"/>
              <a:t>  </a:t>
            </a:r>
          </a:p>
          <a:p>
            <a:pPr lvl="1"/>
            <a:r>
              <a:rPr lang="en-SG" sz="2400" dirty="0" err="1"/>
              <a:t>sorted_arr</a:t>
            </a:r>
            <a:r>
              <a:rPr lang="en-SG" sz="2400" dirty="0"/>
              <a:t> = </a:t>
            </a:r>
            <a:r>
              <a:rPr lang="en-SG" sz="2400" dirty="0">
                <a:solidFill>
                  <a:srgbClr val="000000"/>
                </a:solidFill>
              </a:rPr>
              <a:t>[]</a:t>
            </a:r>
            <a:r>
              <a:rPr lang="en-SG" sz="2400" dirty="0"/>
              <a:t> </a:t>
            </a:r>
          </a:p>
          <a:p>
            <a:pPr lvl="1"/>
            <a:r>
              <a:rPr lang="en-SG" sz="2400" b="1" dirty="0">
                <a:solidFill>
                  <a:srgbClr val="C00000"/>
                </a:solidFill>
              </a:rPr>
              <a:t>for</a:t>
            </a:r>
            <a:r>
              <a:rPr lang="en-SG" sz="2400" dirty="0"/>
              <a:t> </a:t>
            </a:r>
            <a:r>
              <a:rPr lang="en-SG" sz="2400" dirty="0" err="1"/>
              <a:t>i</a:t>
            </a:r>
            <a:r>
              <a:rPr lang="en-SG" sz="2400" dirty="0"/>
              <a:t>, count </a:t>
            </a:r>
            <a:r>
              <a:rPr lang="en-SG" sz="2400" b="1" dirty="0">
                <a:solidFill>
                  <a:srgbClr val="C00000"/>
                </a:solidFill>
              </a:rPr>
              <a:t>in</a:t>
            </a:r>
            <a:r>
              <a:rPr lang="en-SG" sz="2400" dirty="0"/>
              <a:t> enumerate</a:t>
            </a:r>
            <a:r>
              <a:rPr lang="en-SG" sz="2400" dirty="0">
                <a:solidFill>
                  <a:srgbClr val="000000"/>
                </a:solidFill>
              </a:rPr>
              <a:t>(</a:t>
            </a:r>
            <a:r>
              <a:rPr lang="en-SG" sz="2400" dirty="0" err="1">
                <a:highlight>
                  <a:srgbClr val="C0C0C0"/>
                </a:highlight>
              </a:rPr>
              <a:t>arr</a:t>
            </a:r>
            <a:r>
              <a:rPr lang="en-SG" sz="2400" dirty="0">
                <a:solidFill>
                  <a:srgbClr val="000000"/>
                </a:solidFill>
              </a:rPr>
              <a:t>)</a:t>
            </a:r>
            <a:r>
              <a:rPr lang="en-SG" sz="2400" dirty="0"/>
              <a:t>:</a:t>
            </a:r>
          </a:p>
          <a:p>
            <a:pPr lvl="1"/>
            <a:r>
              <a:rPr lang="en-SG" sz="2400" dirty="0"/>
              <a:t>	 </a:t>
            </a:r>
            <a:r>
              <a:rPr lang="en-SG" sz="2400" dirty="0" err="1"/>
              <a:t>sorted_arr.</a:t>
            </a:r>
            <a:r>
              <a:rPr lang="en-SG" sz="2400" dirty="0" err="1">
                <a:solidFill>
                  <a:srgbClr val="000000"/>
                </a:solidFill>
              </a:rPr>
              <a:t>extend</a:t>
            </a:r>
            <a:r>
              <a:rPr lang="en-SG" sz="2400" dirty="0">
                <a:solidFill>
                  <a:srgbClr val="000000"/>
                </a:solidFill>
              </a:rPr>
              <a:t>([</a:t>
            </a:r>
            <a:r>
              <a:rPr lang="en-SG" sz="2400" dirty="0" err="1"/>
              <a:t>i</a:t>
            </a:r>
            <a:r>
              <a:rPr lang="en-SG" sz="2400" dirty="0">
                <a:solidFill>
                  <a:srgbClr val="000000"/>
                </a:solidFill>
              </a:rPr>
              <a:t>]</a:t>
            </a:r>
            <a:r>
              <a:rPr lang="en-SG" sz="2400" dirty="0"/>
              <a:t> * count</a:t>
            </a:r>
            <a:r>
              <a:rPr lang="en-SG" sz="2400" dirty="0">
                <a:solidFill>
                  <a:srgbClr val="000000"/>
                </a:solidFill>
              </a:rPr>
              <a:t>)</a:t>
            </a:r>
            <a:r>
              <a:rPr lang="en-SG" sz="2400" dirty="0"/>
              <a:t>   </a:t>
            </a:r>
          </a:p>
          <a:p>
            <a:pPr lvl="1"/>
            <a:r>
              <a:rPr lang="en-SG" sz="2400" b="1" dirty="0">
                <a:solidFill>
                  <a:srgbClr val="C00000"/>
                </a:solidFill>
              </a:rPr>
              <a:t>return</a:t>
            </a:r>
            <a:r>
              <a:rPr lang="en-SG" sz="2400" dirty="0"/>
              <a:t> </a:t>
            </a:r>
            <a:r>
              <a:rPr lang="en-SG" sz="2400" dirty="0" err="1"/>
              <a:t>sorted_arr</a:t>
            </a:r>
            <a:r>
              <a:rPr lang="en-SG" sz="2400" dirty="0"/>
              <a:t>  </a:t>
            </a:r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A79CE2-EECF-4D19-578C-DD41F5ECB018}"/>
              </a:ext>
            </a:extLst>
          </p:cNvPr>
          <p:cNvSpPr txBox="1"/>
          <p:nvPr/>
        </p:nvSpPr>
        <p:spPr>
          <a:xfrm>
            <a:off x="5040312" y="-1011"/>
            <a:ext cx="53848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 dirty="0">
                <a:solidFill>
                  <a:srgbClr val="C00000"/>
                </a:solidFill>
              </a:rPr>
              <a:t>def</a:t>
            </a:r>
            <a:r>
              <a:rPr lang="en-SG" sz="2400" dirty="0"/>
              <a:t> </a:t>
            </a:r>
            <a:r>
              <a:rPr lang="en-SG" sz="2400" dirty="0" err="1"/>
              <a:t>bucketsort</a:t>
            </a:r>
            <a:r>
              <a:rPr lang="en-SG" sz="2400" dirty="0">
                <a:solidFill>
                  <a:srgbClr val="000000"/>
                </a:solidFill>
              </a:rPr>
              <a:t>(</a:t>
            </a:r>
            <a:r>
              <a:rPr lang="en-SG" sz="2400" dirty="0" err="1"/>
              <a:t>arr</a:t>
            </a:r>
            <a:r>
              <a:rPr lang="en-SG" sz="2400" dirty="0"/>
              <a:t>, k </a:t>
            </a:r>
            <a:r>
              <a:rPr lang="en-SG" sz="2400" dirty="0">
                <a:solidFill>
                  <a:srgbClr val="000000"/>
                </a:solidFill>
              </a:rPr>
              <a:t>)</a:t>
            </a:r>
            <a:r>
              <a:rPr lang="en-SG" sz="2400" dirty="0"/>
              <a:t>: </a:t>
            </a:r>
          </a:p>
          <a:p>
            <a:pPr lvl="1"/>
            <a:r>
              <a:rPr lang="en-SG" sz="2400" dirty="0"/>
              <a:t>counts = </a:t>
            </a:r>
            <a:r>
              <a:rPr lang="en-SG" sz="2400" dirty="0">
                <a:solidFill>
                  <a:srgbClr val="000000"/>
                </a:solidFill>
              </a:rPr>
              <a:t>[</a:t>
            </a:r>
            <a:r>
              <a:rPr lang="en-SG" sz="2400" dirty="0">
                <a:solidFill>
                  <a:srgbClr val="C00000"/>
                </a:solidFill>
              </a:rPr>
              <a:t>0</a:t>
            </a:r>
            <a:r>
              <a:rPr lang="en-SG" sz="2400" dirty="0">
                <a:solidFill>
                  <a:srgbClr val="000000"/>
                </a:solidFill>
              </a:rPr>
              <a:t>]</a:t>
            </a:r>
            <a:r>
              <a:rPr lang="en-SG" sz="2400" dirty="0"/>
              <a:t> * k </a:t>
            </a:r>
          </a:p>
          <a:p>
            <a:pPr lvl="1"/>
            <a:r>
              <a:rPr lang="en-SG" sz="2400" b="1" dirty="0">
                <a:solidFill>
                  <a:srgbClr val="C00000"/>
                </a:solidFill>
              </a:rPr>
              <a:t>for</a:t>
            </a:r>
            <a:r>
              <a:rPr lang="en-SG" sz="2400" dirty="0"/>
              <a:t> x </a:t>
            </a:r>
            <a:r>
              <a:rPr lang="en-SG" sz="2400" b="1" dirty="0">
                <a:solidFill>
                  <a:srgbClr val="C00000"/>
                </a:solidFill>
              </a:rPr>
              <a:t>in</a:t>
            </a:r>
            <a:r>
              <a:rPr lang="en-SG" sz="2400" dirty="0"/>
              <a:t> </a:t>
            </a:r>
            <a:r>
              <a:rPr lang="en-SG" sz="2400" dirty="0" err="1"/>
              <a:t>arr</a:t>
            </a:r>
            <a:r>
              <a:rPr lang="en-SG" sz="2400" dirty="0"/>
              <a:t>: </a:t>
            </a:r>
          </a:p>
          <a:p>
            <a:pPr lvl="1"/>
            <a:r>
              <a:rPr lang="en-SG" sz="2400" dirty="0"/>
              <a:t>	counts</a:t>
            </a:r>
            <a:r>
              <a:rPr lang="en-SG" sz="2400" dirty="0">
                <a:solidFill>
                  <a:srgbClr val="000000"/>
                </a:solidFill>
              </a:rPr>
              <a:t>[</a:t>
            </a:r>
            <a:r>
              <a:rPr lang="en-SG" sz="2400" dirty="0"/>
              <a:t>x</a:t>
            </a:r>
            <a:r>
              <a:rPr lang="en-SG" sz="2400" dirty="0">
                <a:solidFill>
                  <a:srgbClr val="000000"/>
                </a:solidFill>
              </a:rPr>
              <a:t>]</a:t>
            </a:r>
            <a:r>
              <a:rPr lang="en-SG" sz="2400" dirty="0"/>
              <a:t> += </a:t>
            </a:r>
            <a:r>
              <a:rPr lang="en-SG" sz="2400" dirty="0">
                <a:solidFill>
                  <a:srgbClr val="C00000"/>
                </a:solidFill>
              </a:rPr>
              <a:t>1  </a:t>
            </a:r>
            <a:r>
              <a:rPr lang="en-SG" sz="2400" dirty="0"/>
              <a:t> </a:t>
            </a:r>
          </a:p>
          <a:p>
            <a:pPr lvl="1"/>
            <a:r>
              <a:rPr lang="en-SG" sz="2400" dirty="0" err="1"/>
              <a:t>sorted_arr</a:t>
            </a:r>
            <a:r>
              <a:rPr lang="en-SG" sz="2400" dirty="0"/>
              <a:t> = </a:t>
            </a:r>
            <a:r>
              <a:rPr lang="en-SG" sz="2400" dirty="0">
                <a:solidFill>
                  <a:srgbClr val="000000"/>
                </a:solidFill>
              </a:rPr>
              <a:t>[]</a:t>
            </a:r>
            <a:r>
              <a:rPr lang="en-SG" sz="2400" dirty="0"/>
              <a:t> </a:t>
            </a:r>
          </a:p>
          <a:p>
            <a:pPr lvl="1"/>
            <a:r>
              <a:rPr lang="en-SG" sz="2400" b="1" dirty="0">
                <a:solidFill>
                  <a:srgbClr val="C00000"/>
                </a:solidFill>
              </a:rPr>
              <a:t>for</a:t>
            </a:r>
            <a:r>
              <a:rPr lang="en-SG" sz="2400" dirty="0"/>
              <a:t> </a:t>
            </a:r>
            <a:r>
              <a:rPr lang="en-SG" sz="2400" dirty="0" err="1"/>
              <a:t>i</a:t>
            </a:r>
            <a:r>
              <a:rPr lang="en-SG" sz="2400" dirty="0"/>
              <a:t>, count </a:t>
            </a:r>
            <a:r>
              <a:rPr lang="en-SG" sz="2400" b="1" dirty="0">
                <a:solidFill>
                  <a:srgbClr val="C00000"/>
                </a:solidFill>
              </a:rPr>
              <a:t>in</a:t>
            </a:r>
            <a:r>
              <a:rPr lang="en-SG" sz="2400" dirty="0"/>
              <a:t> enumerate</a:t>
            </a:r>
            <a:r>
              <a:rPr lang="en-SG" sz="2400" dirty="0">
                <a:solidFill>
                  <a:srgbClr val="000000"/>
                </a:solidFill>
              </a:rPr>
              <a:t>(</a:t>
            </a:r>
            <a:r>
              <a:rPr lang="en-SG" sz="2400" dirty="0">
                <a:highlight>
                  <a:srgbClr val="C0C0C0"/>
                </a:highlight>
              </a:rPr>
              <a:t>counts</a:t>
            </a:r>
            <a:r>
              <a:rPr lang="en-SG" sz="2400" dirty="0">
                <a:solidFill>
                  <a:srgbClr val="000000"/>
                </a:solidFill>
              </a:rPr>
              <a:t>)</a:t>
            </a:r>
            <a:r>
              <a:rPr lang="en-SG" sz="2400" dirty="0"/>
              <a:t>:</a:t>
            </a:r>
          </a:p>
          <a:p>
            <a:pPr lvl="1"/>
            <a:r>
              <a:rPr lang="en-SG" sz="2400" dirty="0"/>
              <a:t>	 </a:t>
            </a:r>
            <a:r>
              <a:rPr lang="en-SG" sz="2400" dirty="0" err="1"/>
              <a:t>sorted_arr.</a:t>
            </a:r>
            <a:r>
              <a:rPr lang="en-SG" sz="2400" dirty="0" err="1">
                <a:solidFill>
                  <a:srgbClr val="000000"/>
                </a:solidFill>
              </a:rPr>
              <a:t>extend</a:t>
            </a:r>
            <a:r>
              <a:rPr lang="en-SG" sz="2400" dirty="0">
                <a:solidFill>
                  <a:srgbClr val="000000"/>
                </a:solidFill>
              </a:rPr>
              <a:t>([</a:t>
            </a:r>
            <a:r>
              <a:rPr lang="en-SG" sz="2400" dirty="0" err="1"/>
              <a:t>i</a:t>
            </a:r>
            <a:r>
              <a:rPr lang="en-SG" sz="2400" dirty="0">
                <a:solidFill>
                  <a:srgbClr val="000000"/>
                </a:solidFill>
              </a:rPr>
              <a:t>]</a:t>
            </a:r>
            <a:r>
              <a:rPr lang="en-SG" sz="2400" dirty="0"/>
              <a:t> * count</a:t>
            </a:r>
            <a:r>
              <a:rPr lang="en-SG" sz="2400" dirty="0">
                <a:solidFill>
                  <a:srgbClr val="000000"/>
                </a:solidFill>
              </a:rPr>
              <a:t>)</a:t>
            </a:r>
            <a:r>
              <a:rPr lang="en-SG" sz="2400" dirty="0"/>
              <a:t>   </a:t>
            </a:r>
          </a:p>
          <a:p>
            <a:pPr lvl="1"/>
            <a:r>
              <a:rPr lang="en-SG" sz="2400" b="1" dirty="0">
                <a:solidFill>
                  <a:srgbClr val="C00000"/>
                </a:solidFill>
              </a:rPr>
              <a:t>return</a:t>
            </a:r>
            <a:r>
              <a:rPr lang="en-SG" sz="2400" dirty="0"/>
              <a:t> </a:t>
            </a:r>
            <a:r>
              <a:rPr lang="en-SG" sz="2400" dirty="0" err="1"/>
              <a:t>sorted_arr</a:t>
            </a:r>
            <a:r>
              <a:rPr lang="en-SG" sz="2400" dirty="0"/>
              <a:t>  </a:t>
            </a:r>
            <a:endParaRPr lang="en-US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933252-807A-36D7-5131-A0B1FD091AE7}"/>
              </a:ext>
            </a:extLst>
          </p:cNvPr>
          <p:cNvSpPr txBox="1"/>
          <p:nvPr/>
        </p:nvSpPr>
        <p:spPr>
          <a:xfrm>
            <a:off x="667265" y="3080951"/>
            <a:ext cx="260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1) Buggy </a:t>
            </a:r>
            <a:r>
              <a:rPr lang="en-US" dirty="0" err="1"/>
              <a:t>Bucketsort</a:t>
            </a:r>
            <a:r>
              <a:rPr lang="en-US" dirty="0"/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7DABC8-BA9C-4139-55C6-30F1C466537A}"/>
              </a:ext>
            </a:extLst>
          </p:cNvPr>
          <p:cNvSpPr txBox="1"/>
          <p:nvPr/>
        </p:nvSpPr>
        <p:spPr>
          <a:xfrm>
            <a:off x="5737654" y="3011001"/>
            <a:ext cx="260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2) Fixed </a:t>
            </a:r>
            <a:r>
              <a:rPr lang="en-US" dirty="0" err="1"/>
              <a:t>Bucketsort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443364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20</TotalTime>
  <Words>122</Words>
  <Application>Microsoft Macintosh PowerPoint</Application>
  <PresentationFormat>Custom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Student</dc:creator>
  <cp:lastModifiedBy>Student</cp:lastModifiedBy>
  <cp:revision>31</cp:revision>
  <dcterms:created xsi:type="dcterms:W3CDTF">2023-05-01T10:47:09Z</dcterms:created>
  <dcterms:modified xsi:type="dcterms:W3CDTF">2023-05-01T11:36:52Z</dcterms:modified>
</cp:coreProperties>
</file>