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08062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266"/>
  </p:normalViewPr>
  <p:slideViewPr>
    <p:cSldViewPr snapToGrid="0">
      <p:cViewPr varScale="1">
        <p:scale>
          <a:sx n="155" d="100"/>
          <a:sy n="155" d="100"/>
        </p:scale>
        <p:origin x="18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589241"/>
            <a:ext cx="7560469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1891070"/>
            <a:ext cx="7560469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9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76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897613"/>
            <a:ext cx="8694539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2409468"/>
            <a:ext cx="8694539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5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958453"/>
            <a:ext cx="4284266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958453"/>
            <a:ext cx="4284266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9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91691"/>
            <a:ext cx="8694539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882610"/>
            <a:ext cx="42645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315164"/>
            <a:ext cx="426457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882610"/>
            <a:ext cx="4285579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315164"/>
            <a:ext cx="4285579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0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6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5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40030"/>
            <a:ext cx="325126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518398"/>
            <a:ext cx="510331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080135"/>
            <a:ext cx="325126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9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40030"/>
            <a:ext cx="325126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518398"/>
            <a:ext cx="510331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080135"/>
            <a:ext cx="325126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0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191691"/>
            <a:ext cx="2173635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191691"/>
            <a:ext cx="6394896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3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191691"/>
            <a:ext cx="8694539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958453"/>
            <a:ext cx="8694539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3337084"/>
            <a:ext cx="226814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3337084"/>
            <a:ext cx="340221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3337084"/>
            <a:ext cx="226814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0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932D54-C030-44C5-2B0E-BD2E1069E54D}"/>
              </a:ext>
            </a:extLst>
          </p:cNvPr>
          <p:cNvSpPr txBox="1"/>
          <p:nvPr/>
        </p:nvSpPr>
        <p:spPr>
          <a:xfrm>
            <a:off x="48217" y="171543"/>
            <a:ext cx="53848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0" i="0" u="none" strike="noStrike" dirty="0">
                <a:effectLst/>
                <a:latin typeface="Arial" panose="020B0604020202020204" pitchFamily="34" charset="0"/>
              </a:rPr>
              <a:t>Does this program have a bug? How to fix it?</a:t>
            </a:r>
            <a:endParaRPr lang="en-SG" sz="2000" b="1" dirty="0">
              <a:solidFill>
                <a:srgbClr val="C00000"/>
              </a:solidFill>
            </a:endParaRPr>
          </a:p>
          <a:p>
            <a:r>
              <a:rPr lang="en-SG" sz="2400" b="1" dirty="0">
                <a:solidFill>
                  <a:srgbClr val="C00000"/>
                </a:solidFill>
              </a:rPr>
              <a:t>def</a:t>
            </a:r>
            <a:r>
              <a:rPr lang="en-SG" sz="2400" dirty="0"/>
              <a:t> </a:t>
            </a:r>
            <a:r>
              <a:rPr lang="en-SG" sz="2400" dirty="0" err="1"/>
              <a:t>bucketsort</a:t>
            </a:r>
            <a:r>
              <a:rPr lang="en-SG" sz="2400" dirty="0">
                <a:solidFill>
                  <a:srgbClr val="000000"/>
                </a:solidFill>
              </a:rPr>
              <a:t>(</a:t>
            </a:r>
            <a:r>
              <a:rPr lang="en-SG" sz="2400" u="sng" dirty="0" err="1">
                <a:effectLst/>
                <a:latin typeface="Helvetica" pitchFamily="2" charset="0"/>
              </a:rPr>
              <a:t>ccounts</a:t>
            </a:r>
            <a:r>
              <a:rPr lang="en-SG" sz="2400" dirty="0"/>
              <a:t>, k 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: </a:t>
            </a:r>
          </a:p>
          <a:p>
            <a:pPr lvl="1"/>
            <a:r>
              <a:rPr lang="en-SG" sz="2400" dirty="0"/>
              <a:t>counts = </a:t>
            </a:r>
            <a:r>
              <a:rPr lang="en-SG" sz="2400" dirty="0">
                <a:solidFill>
                  <a:srgbClr val="000000"/>
                </a:solidFill>
              </a:rPr>
              <a:t>[</a:t>
            </a:r>
            <a:r>
              <a:rPr lang="en-SG" sz="2400" dirty="0">
                <a:solidFill>
                  <a:srgbClr val="C00000"/>
                </a:solidFill>
              </a:rPr>
              <a:t>0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* k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for</a:t>
            </a:r>
            <a:r>
              <a:rPr lang="en-SG" sz="2400" dirty="0"/>
              <a:t> x </a:t>
            </a:r>
            <a:r>
              <a:rPr lang="en-SG" sz="2400" b="1" dirty="0">
                <a:solidFill>
                  <a:srgbClr val="C00000"/>
                </a:solidFill>
              </a:rPr>
              <a:t>in</a:t>
            </a:r>
            <a:r>
              <a:rPr lang="en-SG" sz="2400" dirty="0"/>
              <a:t> </a:t>
            </a:r>
            <a:r>
              <a:rPr lang="en-SG" sz="2400" u="sng" dirty="0" err="1">
                <a:effectLst/>
                <a:latin typeface="Helvetica" pitchFamily="2" charset="0"/>
              </a:rPr>
              <a:t>ccounts</a:t>
            </a:r>
            <a:r>
              <a:rPr lang="en-SG" sz="2400" dirty="0">
                <a:effectLst/>
                <a:latin typeface="Helvetica" pitchFamily="2" charset="0"/>
              </a:rPr>
              <a:t> </a:t>
            </a:r>
            <a:r>
              <a:rPr lang="en-SG" sz="2400" dirty="0"/>
              <a:t>: </a:t>
            </a:r>
          </a:p>
          <a:p>
            <a:pPr lvl="1"/>
            <a:r>
              <a:rPr lang="en-SG" sz="2400" dirty="0"/>
              <a:t>	counts</a:t>
            </a:r>
            <a:r>
              <a:rPr lang="en-SG" sz="2400" dirty="0">
                <a:solidFill>
                  <a:srgbClr val="000000"/>
                </a:solidFill>
              </a:rPr>
              <a:t>[</a:t>
            </a:r>
            <a:r>
              <a:rPr lang="en-SG" sz="2400" dirty="0"/>
              <a:t>x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+= </a:t>
            </a:r>
            <a:r>
              <a:rPr lang="en-SG" sz="2400" dirty="0">
                <a:solidFill>
                  <a:srgbClr val="C00000"/>
                </a:solidFill>
              </a:rPr>
              <a:t>1 </a:t>
            </a:r>
            <a:r>
              <a:rPr lang="en-SG" sz="2400" dirty="0"/>
              <a:t>  </a:t>
            </a:r>
          </a:p>
          <a:p>
            <a:pPr lvl="1"/>
            <a:r>
              <a:rPr lang="en-SG" sz="2400" dirty="0" err="1"/>
              <a:t>sorted_arr</a:t>
            </a:r>
            <a:r>
              <a:rPr lang="en-SG" sz="2400" dirty="0"/>
              <a:t> = </a:t>
            </a:r>
            <a:r>
              <a:rPr lang="en-SG" sz="2400" dirty="0">
                <a:solidFill>
                  <a:srgbClr val="000000"/>
                </a:solidFill>
              </a:rPr>
              <a:t>[]</a:t>
            </a:r>
            <a:r>
              <a:rPr lang="en-SG" sz="2400" dirty="0"/>
              <a:t>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for</a:t>
            </a:r>
            <a:r>
              <a:rPr lang="en-SG" sz="2400" dirty="0"/>
              <a:t> </a:t>
            </a:r>
            <a:r>
              <a:rPr lang="en-SG" sz="2400" dirty="0" err="1"/>
              <a:t>i</a:t>
            </a:r>
            <a:r>
              <a:rPr lang="en-SG" sz="2400" dirty="0"/>
              <a:t>, count </a:t>
            </a:r>
            <a:r>
              <a:rPr lang="en-SG" sz="2400" b="1" dirty="0">
                <a:solidFill>
                  <a:srgbClr val="C00000"/>
                </a:solidFill>
              </a:rPr>
              <a:t>in</a:t>
            </a:r>
            <a:r>
              <a:rPr lang="en-SG" sz="2400" dirty="0"/>
              <a:t> enumerate</a:t>
            </a:r>
            <a:r>
              <a:rPr lang="en-SG" sz="2400" dirty="0">
                <a:solidFill>
                  <a:srgbClr val="000000"/>
                </a:solidFill>
              </a:rPr>
              <a:t>(</a:t>
            </a:r>
            <a:r>
              <a:rPr lang="en-SG" sz="2400" u="sng" dirty="0" err="1">
                <a:effectLst/>
                <a:latin typeface="Helvetica" pitchFamily="2" charset="0"/>
              </a:rPr>
              <a:t>ccounts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:</a:t>
            </a:r>
          </a:p>
          <a:p>
            <a:pPr lvl="1"/>
            <a:r>
              <a:rPr lang="en-SG" sz="2400" dirty="0"/>
              <a:t>	 </a:t>
            </a:r>
            <a:r>
              <a:rPr lang="en-SG" sz="2400" dirty="0" err="1"/>
              <a:t>sorted_arr.</a:t>
            </a:r>
            <a:r>
              <a:rPr lang="en-SG" sz="2400" dirty="0" err="1">
                <a:solidFill>
                  <a:srgbClr val="000000"/>
                </a:solidFill>
              </a:rPr>
              <a:t>extend</a:t>
            </a:r>
            <a:r>
              <a:rPr lang="en-SG" sz="2400" dirty="0">
                <a:solidFill>
                  <a:srgbClr val="000000"/>
                </a:solidFill>
              </a:rPr>
              <a:t>([</a:t>
            </a:r>
            <a:r>
              <a:rPr lang="en-SG" sz="2400" dirty="0" err="1"/>
              <a:t>i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* count 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  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return</a:t>
            </a:r>
            <a:r>
              <a:rPr lang="en-SG" sz="2400" dirty="0"/>
              <a:t> </a:t>
            </a:r>
            <a:r>
              <a:rPr lang="en-SG" sz="2400" dirty="0" err="1"/>
              <a:t>sorted_arr</a:t>
            </a:r>
            <a:r>
              <a:rPr lang="en-SG" sz="2400" dirty="0"/>
              <a:t>  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B76D6-0CBA-C28C-7A28-275332D563E2}"/>
              </a:ext>
            </a:extLst>
          </p:cNvPr>
          <p:cNvSpPr txBox="1"/>
          <p:nvPr/>
        </p:nvSpPr>
        <p:spPr>
          <a:xfrm>
            <a:off x="5384800" y="931390"/>
            <a:ext cx="4647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dirty="0">
                <a:effectLst/>
                <a:latin typeface="Helvetica" pitchFamily="2" charset="0"/>
              </a:rPr>
              <a:t>Yes, this program has a bug. The variable "</a:t>
            </a:r>
            <a:r>
              <a:rPr lang="en-SG" dirty="0" err="1">
                <a:effectLst/>
                <a:latin typeface="Helvetica" pitchFamily="2" charset="0"/>
              </a:rPr>
              <a:t>ccounts</a:t>
            </a:r>
            <a:r>
              <a:rPr lang="en-SG" dirty="0">
                <a:effectLst/>
                <a:latin typeface="Helvetica" pitchFamily="2" charset="0"/>
              </a:rPr>
              <a:t>" is used in the first line of the program, but it is not defined anywhere. To fix this bug, the variable "</a:t>
            </a:r>
            <a:r>
              <a:rPr lang="en-SG" dirty="0" err="1">
                <a:effectLst/>
                <a:latin typeface="Helvetica" pitchFamily="2" charset="0"/>
              </a:rPr>
              <a:t>ccounts</a:t>
            </a:r>
            <a:r>
              <a:rPr lang="en-SG" dirty="0">
                <a:effectLst/>
                <a:latin typeface="Helvetica" pitchFamily="2" charset="0"/>
              </a:rPr>
              <a:t>" should be defined and given a value.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568419-A5B6-F5BC-E9D8-1F7C49C87427}"/>
              </a:ext>
            </a:extLst>
          </p:cNvPr>
          <p:cNvCxnSpPr>
            <a:cxnSpLocks/>
          </p:cNvCxnSpPr>
          <p:nvPr/>
        </p:nvCxnSpPr>
        <p:spPr>
          <a:xfrm>
            <a:off x="5338119" y="0"/>
            <a:ext cx="0" cy="360045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336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39</TotalTime>
  <Words>117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36</cp:revision>
  <dcterms:created xsi:type="dcterms:W3CDTF">2023-05-01T10:47:09Z</dcterms:created>
  <dcterms:modified xsi:type="dcterms:W3CDTF">2023-05-01T11:54:20Z</dcterms:modified>
</cp:coreProperties>
</file>