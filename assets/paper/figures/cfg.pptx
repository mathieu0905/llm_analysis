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</p:sldIdLst>
  <p:sldSz cx="8999538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255"/>
  </p:normalViewPr>
  <p:slideViewPr>
    <p:cSldViewPr snapToGrid="0">
      <p:cViewPr varScale="1">
        <p:scale>
          <a:sx n="173" d="100"/>
          <a:sy n="173" d="100"/>
        </p:scale>
        <p:origin x="20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706933"/>
            <a:ext cx="6749654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2268784"/>
            <a:ext cx="6749654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4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47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076898"/>
            <a:ext cx="7762102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2890725"/>
            <a:ext cx="7762102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30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149890"/>
            <a:ext cx="3824804" cy="274073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149890"/>
            <a:ext cx="3824804" cy="274073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15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229978"/>
            <a:ext cx="7762102" cy="8349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1058899"/>
            <a:ext cx="380722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1577849"/>
            <a:ext cx="3807226" cy="23207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1058899"/>
            <a:ext cx="382597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1577849"/>
            <a:ext cx="3825976" cy="23207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72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30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0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87972"/>
            <a:ext cx="290258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621941"/>
            <a:ext cx="4556016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295877"/>
            <a:ext cx="290258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88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87972"/>
            <a:ext cx="290258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621941"/>
            <a:ext cx="4556016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295877"/>
            <a:ext cx="290258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65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3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229978"/>
            <a:ext cx="1940525" cy="366065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229978"/>
            <a:ext cx="5709082" cy="36606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6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229978"/>
            <a:ext cx="7762102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149890"/>
            <a:ext cx="7762102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4003618"/>
            <a:ext cx="2024896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4003618"/>
            <a:ext cx="3037344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4003618"/>
            <a:ext cx="2024896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22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696DF20-93A2-AD70-E5D6-FAF3948F538F}"/>
              </a:ext>
            </a:extLst>
          </p:cNvPr>
          <p:cNvSpPr/>
          <p:nvPr/>
        </p:nvSpPr>
        <p:spPr>
          <a:xfrm>
            <a:off x="7494129" y="939244"/>
            <a:ext cx="492762" cy="39624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0A8DBAD-58CB-2ADC-E706-764B9FAD4E00}"/>
              </a:ext>
            </a:extLst>
          </p:cNvPr>
          <p:cNvSpPr/>
          <p:nvPr/>
        </p:nvSpPr>
        <p:spPr>
          <a:xfrm>
            <a:off x="8396533" y="2809632"/>
            <a:ext cx="492762" cy="39624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C6C1634-46E6-7D57-796C-5610948A3590}"/>
              </a:ext>
            </a:extLst>
          </p:cNvPr>
          <p:cNvSpPr/>
          <p:nvPr/>
        </p:nvSpPr>
        <p:spPr>
          <a:xfrm>
            <a:off x="8396533" y="1874438"/>
            <a:ext cx="492762" cy="39624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952CC6F-F230-58C4-796D-17D816D6B64F}"/>
              </a:ext>
            </a:extLst>
          </p:cNvPr>
          <p:cNvSpPr txBox="1"/>
          <p:nvPr/>
        </p:nvSpPr>
        <p:spPr>
          <a:xfrm>
            <a:off x="67969" y="71820"/>
            <a:ext cx="525331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sz="3200" dirty="0"/>
              <a:t> </a:t>
            </a:r>
            <a:r>
              <a:rPr lang="en-SG" sz="3200" b="1" dirty="0">
                <a:solidFill>
                  <a:srgbClr val="000066"/>
                </a:solidFill>
              </a:rPr>
              <a:t>		function</a:t>
            </a:r>
            <a:r>
              <a:rPr lang="en-SG" sz="3200" dirty="0"/>
              <a:t> m1(a, b){ </a:t>
            </a:r>
          </a:p>
          <a:p>
            <a:pPr algn="just"/>
            <a:r>
              <a:rPr lang="en-SG" sz="3200" dirty="0"/>
              <a:t> 1.</a:t>
            </a:r>
            <a:r>
              <a:rPr lang="en-SG" sz="3200" dirty="0">
                <a:solidFill>
                  <a:srgbClr val="000066"/>
                </a:solidFill>
              </a:rPr>
              <a:t>	</a:t>
            </a:r>
            <a:r>
              <a:rPr lang="en-SG" sz="3200" b="1" dirty="0">
                <a:solidFill>
                  <a:srgbClr val="000066"/>
                </a:solidFill>
              </a:rPr>
              <a:t>		</a:t>
            </a:r>
            <a:r>
              <a:rPr lang="en-SG" sz="3200" b="1" dirty="0">
                <a:solidFill>
                  <a:srgbClr val="C00000"/>
                </a:solidFill>
              </a:rPr>
              <a:t>if</a:t>
            </a:r>
            <a:r>
              <a:rPr lang="en-SG" sz="3200" dirty="0"/>
              <a:t>( a &gt; b ){ </a:t>
            </a:r>
          </a:p>
          <a:p>
            <a:pPr algn="just"/>
            <a:r>
              <a:rPr lang="en-SG" sz="3200" dirty="0"/>
              <a:t> 2.	</a:t>
            </a:r>
            <a:r>
              <a:rPr lang="en-SG" sz="3200" b="1" dirty="0">
                <a:solidFill>
                  <a:srgbClr val="C00000"/>
                </a:solidFill>
              </a:rPr>
              <a:t>			return</a:t>
            </a:r>
            <a:r>
              <a:rPr lang="en-SG" sz="3200" dirty="0"/>
              <a:t> a; </a:t>
            </a:r>
          </a:p>
          <a:p>
            <a:pPr algn="just"/>
            <a:r>
              <a:rPr lang="en-SG" sz="3200" dirty="0">
                <a:solidFill>
                  <a:srgbClr val="009900"/>
                </a:solidFill>
              </a:rPr>
              <a:t> </a:t>
            </a:r>
            <a:r>
              <a:rPr lang="en-SG" sz="3200" dirty="0"/>
              <a:t>3.</a:t>
            </a:r>
            <a:r>
              <a:rPr lang="en-SG" sz="3200" dirty="0">
                <a:solidFill>
                  <a:srgbClr val="009900"/>
                </a:solidFill>
              </a:rPr>
              <a:t>			</a:t>
            </a:r>
            <a:r>
              <a:rPr lang="en-SG" sz="3200" dirty="0"/>
              <a:t>}</a:t>
            </a:r>
            <a:r>
              <a:rPr lang="en-SG" sz="3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SG" sz="3200" dirty="0"/>
              <a:t> </a:t>
            </a:r>
            <a:r>
              <a:rPr lang="en-SG" sz="3200" b="1" dirty="0">
                <a:solidFill>
                  <a:srgbClr val="C00000"/>
                </a:solidFill>
              </a:rPr>
              <a:t>else</a:t>
            </a:r>
            <a:r>
              <a:rPr lang="en-SG" sz="3200" dirty="0"/>
              <a:t> {</a:t>
            </a:r>
          </a:p>
          <a:p>
            <a:pPr algn="just"/>
            <a:r>
              <a:rPr lang="en-SG" sz="3200" dirty="0"/>
              <a:t> 4.   			b = a + b;</a:t>
            </a:r>
          </a:p>
          <a:p>
            <a:pPr algn="just"/>
            <a:r>
              <a:rPr lang="en-SG" sz="3200" dirty="0"/>
              <a:t> 5.			}</a:t>
            </a:r>
          </a:p>
          <a:p>
            <a:pPr algn="just"/>
            <a:r>
              <a:rPr lang="en-SG" sz="3200" b="1" dirty="0">
                <a:solidFill>
                  <a:srgbClr val="000066"/>
                </a:solidFill>
              </a:rPr>
              <a:t> </a:t>
            </a:r>
            <a:r>
              <a:rPr lang="en-SG" sz="3200" dirty="0"/>
              <a:t>6.	</a:t>
            </a:r>
            <a:r>
              <a:rPr lang="en-SG" sz="3200" b="1" dirty="0">
                <a:solidFill>
                  <a:srgbClr val="000066"/>
                </a:solidFill>
              </a:rPr>
              <a:t>		</a:t>
            </a:r>
            <a:r>
              <a:rPr lang="en-SG" sz="3200" b="1" dirty="0">
                <a:solidFill>
                  <a:srgbClr val="C00000"/>
                </a:solidFill>
              </a:rPr>
              <a:t>return</a:t>
            </a:r>
            <a:r>
              <a:rPr lang="en-SG" sz="3200" dirty="0"/>
              <a:t> b; </a:t>
            </a:r>
          </a:p>
          <a:p>
            <a:pPr algn="just"/>
            <a:r>
              <a:rPr lang="en-SG" sz="3200" dirty="0">
                <a:solidFill>
                  <a:srgbClr val="009900"/>
                </a:solidFill>
              </a:rPr>
              <a:t>		</a:t>
            </a:r>
            <a:r>
              <a:rPr lang="en-SG" sz="3200" dirty="0"/>
              <a:t>}</a:t>
            </a:r>
            <a:endParaRPr lang="en-US" sz="3200" dirty="0"/>
          </a:p>
        </p:txBody>
      </p:sp>
      <p:sp>
        <p:nvSpPr>
          <p:cNvPr id="100" name="Right Arrow 99">
            <a:extLst>
              <a:ext uri="{FF2B5EF4-FFF2-40B4-BE49-F238E27FC236}">
                <a16:creationId xmlns:a16="http://schemas.microsoft.com/office/drawing/2014/main" id="{2DF70F49-F980-2AF1-23A9-84B43EF3FC2A}"/>
              </a:ext>
            </a:extLst>
          </p:cNvPr>
          <p:cNvSpPr/>
          <p:nvPr/>
        </p:nvSpPr>
        <p:spPr>
          <a:xfrm>
            <a:off x="4434836" y="1844416"/>
            <a:ext cx="1484244" cy="486672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B035E4-449D-4E43-8DB6-FAD11B69DDD8}"/>
              </a:ext>
            </a:extLst>
          </p:cNvPr>
          <p:cNvSpPr txBox="1"/>
          <p:nvPr/>
        </p:nvSpPr>
        <p:spPr>
          <a:xfrm>
            <a:off x="4661865" y="2286412"/>
            <a:ext cx="1257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build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1729CEF-4EFF-8D6C-B566-B84D046996A0}"/>
              </a:ext>
            </a:extLst>
          </p:cNvPr>
          <p:cNvSpPr/>
          <p:nvPr/>
        </p:nvSpPr>
        <p:spPr>
          <a:xfrm>
            <a:off x="6649951" y="1874438"/>
            <a:ext cx="492762" cy="39624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5AE60CB-330E-EC7A-235F-67311FE3A8A7}"/>
              </a:ext>
            </a:extLst>
          </p:cNvPr>
          <p:cNvSpPr/>
          <p:nvPr/>
        </p:nvSpPr>
        <p:spPr>
          <a:xfrm>
            <a:off x="7136174" y="71816"/>
            <a:ext cx="1208672" cy="39624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2956DBA-D5D4-C572-D462-BC00DC64169C}"/>
              </a:ext>
            </a:extLst>
          </p:cNvPr>
          <p:cNvSpPr/>
          <p:nvPr/>
        </p:nvSpPr>
        <p:spPr>
          <a:xfrm>
            <a:off x="7318421" y="3653413"/>
            <a:ext cx="1177656" cy="39624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B9A896-C20B-4D89-54C7-E5362DF1B7DE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7740510" y="468056"/>
            <a:ext cx="0" cy="47118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EF6474-48D8-383A-D98A-6EDA6AF87450}"/>
              </a:ext>
            </a:extLst>
          </p:cNvPr>
          <p:cNvCxnSpPr>
            <a:cxnSpLocks/>
            <a:stCxn id="9" idx="2"/>
            <a:endCxn id="3" idx="0"/>
          </p:cNvCxnSpPr>
          <p:nvPr/>
        </p:nvCxnSpPr>
        <p:spPr>
          <a:xfrm flipH="1">
            <a:off x="6896332" y="1335484"/>
            <a:ext cx="844178" cy="53895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1BC642B-8176-A0B0-CB2B-C6EE08C81C4D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7740510" y="1335484"/>
            <a:ext cx="902404" cy="53895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8E6663-5F99-BB9D-A825-A3D035650B81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>
            <a:off x="8642914" y="2270678"/>
            <a:ext cx="0" cy="53895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0DCBDF3-7380-443A-646D-D5A53FF88BEF}"/>
              </a:ext>
            </a:extLst>
          </p:cNvPr>
          <p:cNvCxnSpPr>
            <a:cxnSpLocks/>
            <a:stCxn id="3" idx="2"/>
            <a:endCxn id="15" idx="0"/>
          </p:cNvCxnSpPr>
          <p:nvPr/>
        </p:nvCxnSpPr>
        <p:spPr>
          <a:xfrm>
            <a:off x="6896336" y="2270682"/>
            <a:ext cx="1010917" cy="13827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1AD656F-6E8D-F996-C6DC-A3C922BB5DCE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7907253" y="3205876"/>
            <a:ext cx="735665" cy="44754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58737066-B20B-410B-9BCB-79219ADC4273}"/>
              </a:ext>
            </a:extLst>
          </p:cNvPr>
          <p:cNvSpPr txBox="1"/>
          <p:nvPr/>
        </p:nvSpPr>
        <p:spPr>
          <a:xfrm>
            <a:off x="6714085" y="1243461"/>
            <a:ext cx="844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True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D34781C-1888-C624-5164-7E4FF6B47500}"/>
              </a:ext>
            </a:extLst>
          </p:cNvPr>
          <p:cNvSpPr txBox="1"/>
          <p:nvPr/>
        </p:nvSpPr>
        <p:spPr>
          <a:xfrm>
            <a:off x="8073988" y="1196068"/>
            <a:ext cx="844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354498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1323</TotalTime>
  <Words>81</Words>
  <Application>Microsoft Macintosh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45</cp:revision>
  <dcterms:created xsi:type="dcterms:W3CDTF">2023-04-04T10:49:23Z</dcterms:created>
  <dcterms:modified xsi:type="dcterms:W3CDTF">2023-05-02T13:39:28Z</dcterms:modified>
</cp:coreProperties>
</file>