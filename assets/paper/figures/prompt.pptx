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440021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60"/>
  </p:normalViewPr>
  <p:slideViewPr>
    <p:cSldViewPr snapToGrid="0">
      <p:cViewPr varScale="1">
        <p:scale>
          <a:sx n="108" d="100"/>
          <a:sy n="108" d="100"/>
        </p:scale>
        <p:origin x="23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122363"/>
            <a:ext cx="1080016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3602038"/>
            <a:ext cx="1080016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A6B6-8EA0-D144-9DD3-D186226AD7A4}" type="datetimeFigureOut">
              <a:rPr lang="en-US" smtClean="0"/>
              <a:t>5/3/23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BE1B-996C-6E4D-8DE9-E99F6D09A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864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A6B6-8EA0-D144-9DD3-D186226AD7A4}" type="datetimeFigureOut">
              <a:rPr lang="en-US" smtClean="0"/>
              <a:t>5/3/23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BE1B-996C-6E4D-8DE9-E99F6D09A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95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1709739"/>
            <a:ext cx="1242018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4589464"/>
            <a:ext cx="1242018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A6B6-8EA0-D144-9DD3-D186226AD7A4}" type="datetimeFigureOut">
              <a:rPr lang="en-US" smtClean="0"/>
              <a:t>5/3/23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BE1B-996C-6E4D-8DE9-E99F6D09A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321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1825625"/>
            <a:ext cx="6120091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1825625"/>
            <a:ext cx="6120091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A6B6-8EA0-D144-9DD3-D186226AD7A4}" type="datetimeFigureOut">
              <a:rPr lang="en-US" smtClean="0"/>
              <a:t>5/3/23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BE1B-996C-6E4D-8DE9-E99F6D09A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231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365126"/>
            <a:ext cx="12420184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1681163"/>
            <a:ext cx="60919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2505075"/>
            <a:ext cx="6091965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1681163"/>
            <a:ext cx="61219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2505075"/>
            <a:ext cx="6121966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A6B6-8EA0-D144-9DD3-D186226AD7A4}" type="datetimeFigureOut">
              <a:rPr lang="en-US" smtClean="0"/>
              <a:t>5/3/23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BE1B-996C-6E4D-8DE9-E99F6D09A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531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A6B6-8EA0-D144-9DD3-D186226AD7A4}" type="datetimeFigureOut">
              <a:rPr lang="en-US" smtClean="0"/>
              <a:t>5/3/23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BE1B-996C-6E4D-8DE9-E99F6D09A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A6B6-8EA0-D144-9DD3-D186226AD7A4}" type="datetimeFigureOut">
              <a:rPr lang="en-US" smtClean="0"/>
              <a:t>5/3/23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BE1B-996C-6E4D-8DE9-E99F6D09A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729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57200"/>
            <a:ext cx="46444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987426"/>
            <a:ext cx="729010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057400"/>
            <a:ext cx="46444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A6B6-8EA0-D144-9DD3-D186226AD7A4}" type="datetimeFigureOut">
              <a:rPr lang="en-US" smtClean="0"/>
              <a:t>5/3/23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BE1B-996C-6E4D-8DE9-E99F6D09A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79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57200"/>
            <a:ext cx="46444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987426"/>
            <a:ext cx="7290108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057400"/>
            <a:ext cx="46444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A6B6-8EA0-D144-9DD3-D186226AD7A4}" type="datetimeFigureOut">
              <a:rPr lang="en-US" smtClean="0"/>
              <a:t>5/3/23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BE1B-996C-6E4D-8DE9-E99F6D09A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57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A6B6-8EA0-D144-9DD3-D186226AD7A4}" type="datetimeFigureOut">
              <a:rPr lang="en-US" smtClean="0"/>
              <a:t>5/3/23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BE1B-996C-6E4D-8DE9-E99F6D09A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22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365125"/>
            <a:ext cx="3105046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365125"/>
            <a:ext cx="913513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1A6B6-8EA0-D144-9DD3-D186226AD7A4}" type="datetimeFigureOut">
              <a:rPr lang="en-US" smtClean="0"/>
              <a:t>5/3/23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3BE1B-996C-6E4D-8DE9-E99F6D09A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365126"/>
            <a:ext cx="1242018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1825625"/>
            <a:ext cx="124201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6356351"/>
            <a:ext cx="324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1A6B6-8EA0-D144-9DD3-D186226AD7A4}" type="datetimeFigureOut">
              <a:rPr lang="en-US" smtClean="0"/>
              <a:t>5/3/23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6356351"/>
            <a:ext cx="4860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6356351"/>
            <a:ext cx="324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3BE1B-996C-6E4D-8DE9-E99F6D09A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194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4371E8D-3F50-195C-3E08-FBEB158AB10B}"/>
              </a:ext>
            </a:extLst>
          </p:cNvPr>
          <p:cNvSpPr/>
          <p:nvPr/>
        </p:nvSpPr>
        <p:spPr>
          <a:xfrm>
            <a:off x="42227" y="3711723"/>
            <a:ext cx="2481943" cy="48701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Prompt Design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E07EBEE-3D15-43F6-9D44-B5D9486E47FF}"/>
              </a:ext>
            </a:extLst>
          </p:cNvPr>
          <p:cNvSpPr/>
          <p:nvPr/>
        </p:nvSpPr>
        <p:spPr>
          <a:xfrm>
            <a:off x="3656014" y="5168003"/>
            <a:ext cx="2710705" cy="48701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Instruction Prompt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70E5287-A986-2947-7F39-7645171095E0}"/>
              </a:ext>
            </a:extLst>
          </p:cNvPr>
          <p:cNvSpPr/>
          <p:nvPr/>
        </p:nvSpPr>
        <p:spPr>
          <a:xfrm>
            <a:off x="3656014" y="2213648"/>
            <a:ext cx="2715297" cy="48701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Role Prompt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F86A9A72-B31B-3F2D-35E7-0AD40ED74821}"/>
              </a:ext>
            </a:extLst>
          </p:cNvPr>
          <p:cNvSpPr/>
          <p:nvPr/>
        </p:nvSpPr>
        <p:spPr>
          <a:xfrm>
            <a:off x="9371619" y="4613378"/>
            <a:ext cx="264496" cy="1608512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C986222-8F18-DC4F-F97B-C605B6C3FB14}"/>
              </a:ext>
            </a:extLst>
          </p:cNvPr>
          <p:cNvSpPr/>
          <p:nvPr/>
        </p:nvSpPr>
        <p:spPr>
          <a:xfrm>
            <a:off x="12385037" y="783742"/>
            <a:ext cx="1972949" cy="68789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Expression Matching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645962A-CC7F-8D44-49E4-1D790A2C4F42}"/>
              </a:ext>
            </a:extLst>
          </p:cNvPr>
          <p:cNvSpPr/>
          <p:nvPr/>
        </p:nvSpPr>
        <p:spPr>
          <a:xfrm>
            <a:off x="12365654" y="240775"/>
            <a:ext cx="1972949" cy="39535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AST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7256B8D-01B5-4F0C-8B73-FCE84CE94A7B}"/>
              </a:ext>
            </a:extLst>
          </p:cNvPr>
          <p:cNvSpPr/>
          <p:nvPr/>
        </p:nvSpPr>
        <p:spPr>
          <a:xfrm>
            <a:off x="12359261" y="1658060"/>
            <a:ext cx="1998722" cy="31770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CFG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3FF5140-BC3B-B4B0-FE2D-B430D8BAE8A7}"/>
              </a:ext>
            </a:extLst>
          </p:cNvPr>
          <p:cNvSpPr/>
          <p:nvPr/>
        </p:nvSpPr>
        <p:spPr>
          <a:xfrm>
            <a:off x="12365652" y="2518835"/>
            <a:ext cx="1992332" cy="36624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Data Dep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34A2A8A-6C74-D7CF-AF5B-68AC10AEE494}"/>
              </a:ext>
            </a:extLst>
          </p:cNvPr>
          <p:cNvSpPr/>
          <p:nvPr/>
        </p:nvSpPr>
        <p:spPr>
          <a:xfrm>
            <a:off x="12365651" y="2966411"/>
            <a:ext cx="1992332" cy="66312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Taint </a:t>
            </a:r>
            <a:r>
              <a:rPr lang="en-SG" sz="2400" dirty="0">
                <a:solidFill>
                  <a:srgbClr val="202124"/>
                </a:solidFill>
                <a:latin typeface="arial" panose="020B0604020202020204" pitchFamily="34" charset="0"/>
              </a:rPr>
              <a:t>Anal.</a:t>
            </a:r>
            <a:endParaRPr lang="en-US" sz="2400" dirty="0">
              <a:solidFill>
                <a:sysClr val="windowText" lastClr="000000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96BFAB1-8CB9-0E30-AEBC-5B6549E94984}"/>
              </a:ext>
            </a:extLst>
          </p:cNvPr>
          <p:cNvSpPr/>
          <p:nvPr/>
        </p:nvSpPr>
        <p:spPr>
          <a:xfrm>
            <a:off x="12365651" y="3710857"/>
            <a:ext cx="1992332" cy="78058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50" dirty="0">
                <a:solidFill>
                  <a:sysClr val="windowText" lastClr="000000"/>
                </a:solidFill>
              </a:rPr>
              <a:t>Pointer</a:t>
            </a:r>
            <a:r>
              <a:rPr lang="en-US" sz="2400" dirty="0">
                <a:solidFill>
                  <a:sysClr val="windowText" lastClr="000000"/>
                </a:solidFill>
              </a:rPr>
              <a:t> </a:t>
            </a:r>
            <a:r>
              <a:rPr lang="en-SG" sz="2400" dirty="0">
                <a:solidFill>
                  <a:srgbClr val="202124"/>
                </a:solidFill>
                <a:latin typeface="arial" panose="020B0604020202020204" pitchFamily="34" charset="0"/>
              </a:rPr>
              <a:t>Anal.</a:t>
            </a:r>
            <a:endParaRPr lang="en-US" sz="2400" dirty="0">
              <a:solidFill>
                <a:sysClr val="windowText" lastClr="000000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0AF1558-4200-1DDE-4778-26B8DF2A44DC}"/>
              </a:ext>
            </a:extLst>
          </p:cNvPr>
          <p:cNvSpPr/>
          <p:nvPr/>
        </p:nvSpPr>
        <p:spPr>
          <a:xfrm>
            <a:off x="12342319" y="4647990"/>
            <a:ext cx="1972948" cy="52179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Flaky Test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7EAFEB8-CD40-0D2D-E961-952FDF809C1C}"/>
              </a:ext>
            </a:extLst>
          </p:cNvPr>
          <p:cNvSpPr/>
          <p:nvPr/>
        </p:nvSpPr>
        <p:spPr>
          <a:xfrm>
            <a:off x="12342319" y="5385067"/>
            <a:ext cx="1972949" cy="78058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Equivalent Mutant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3F917C5-CCE0-A4EA-755A-D4B3E07BDF97}"/>
              </a:ext>
            </a:extLst>
          </p:cNvPr>
          <p:cNvSpPr/>
          <p:nvPr/>
        </p:nvSpPr>
        <p:spPr>
          <a:xfrm>
            <a:off x="12359261" y="2105635"/>
            <a:ext cx="1998722" cy="33186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CG</a:t>
            </a: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3B35B66D-A92A-154B-B4E5-86E2009E97BB}"/>
              </a:ext>
            </a:extLst>
          </p:cNvPr>
          <p:cNvSpPr/>
          <p:nvPr/>
        </p:nvSpPr>
        <p:spPr>
          <a:xfrm>
            <a:off x="9352120" y="219010"/>
            <a:ext cx="267614" cy="4217317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1FEBC0E7-6EC6-F63A-1F30-12C215E80D84}"/>
              </a:ext>
            </a:extLst>
          </p:cNvPr>
          <p:cNvSpPr/>
          <p:nvPr/>
        </p:nvSpPr>
        <p:spPr>
          <a:xfrm rot="19454436">
            <a:off x="2474802" y="3079037"/>
            <a:ext cx="1258957" cy="288506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B041F819-C503-A439-05EC-0BCC24437282}"/>
              </a:ext>
            </a:extLst>
          </p:cNvPr>
          <p:cNvSpPr/>
          <p:nvPr/>
        </p:nvSpPr>
        <p:spPr>
          <a:xfrm rot="1692365">
            <a:off x="2517601" y="4546053"/>
            <a:ext cx="1258957" cy="288506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4E6C69-6F80-7B5B-160E-82D94029B6CA}"/>
              </a:ext>
            </a:extLst>
          </p:cNvPr>
          <p:cNvSpPr txBox="1"/>
          <p:nvPr/>
        </p:nvSpPr>
        <p:spPr>
          <a:xfrm>
            <a:off x="7225839" y="1888307"/>
            <a:ext cx="21262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[ Define a role ] </a:t>
            </a:r>
          </a:p>
          <a:p>
            <a:r>
              <a:rPr lang="en-US" sz="2000" dirty="0"/>
              <a:t>[ Explain the task ]</a:t>
            </a:r>
          </a:p>
          <a:p>
            <a:r>
              <a:rPr lang="en-US" sz="2000" dirty="0"/>
              <a:t>[ Output format ]</a:t>
            </a:r>
          </a:p>
          <a:p>
            <a:r>
              <a:rPr lang="en-US" sz="2000" dirty="0"/>
              <a:t>[ Input ]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37DFAEC-29C7-DA72-BA2C-402F3DA3067F}"/>
              </a:ext>
            </a:extLst>
          </p:cNvPr>
          <p:cNvSpPr/>
          <p:nvPr/>
        </p:nvSpPr>
        <p:spPr>
          <a:xfrm>
            <a:off x="7225839" y="1797538"/>
            <a:ext cx="1999061" cy="147390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7CA075-4977-5F41-F781-02838B03308E}"/>
              </a:ext>
            </a:extLst>
          </p:cNvPr>
          <p:cNvSpPr/>
          <p:nvPr/>
        </p:nvSpPr>
        <p:spPr>
          <a:xfrm>
            <a:off x="7177079" y="4586343"/>
            <a:ext cx="2097416" cy="164690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F3A6DA-1FB7-61C6-1557-1AB1CA60C1C4}"/>
              </a:ext>
            </a:extLst>
          </p:cNvPr>
          <p:cNvSpPr txBox="1"/>
          <p:nvPr/>
        </p:nvSpPr>
        <p:spPr>
          <a:xfrm>
            <a:off x="7225839" y="4602026"/>
            <a:ext cx="212628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[ Task Instruction ] </a:t>
            </a:r>
          </a:p>
          <a:p>
            <a:r>
              <a:rPr lang="en-US" sz="2000" dirty="0"/>
              <a:t>[ Domain Concept]</a:t>
            </a:r>
          </a:p>
          <a:p>
            <a:r>
              <a:rPr lang="en-US" sz="2000" dirty="0"/>
              <a:t>[ Specification ]</a:t>
            </a:r>
          </a:p>
          <a:p>
            <a:r>
              <a:rPr lang="en-US" sz="2000" dirty="0"/>
              <a:t>[ Example ]</a:t>
            </a:r>
          </a:p>
          <a:p>
            <a:r>
              <a:rPr lang="en-US" sz="2000" dirty="0"/>
              <a:t>[ Input ]</a:t>
            </a:r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4F81A28D-2206-5DE1-0211-C83E8FB2C9A4}"/>
              </a:ext>
            </a:extLst>
          </p:cNvPr>
          <p:cNvSpPr/>
          <p:nvPr/>
        </p:nvSpPr>
        <p:spPr>
          <a:xfrm>
            <a:off x="6423339" y="5267257"/>
            <a:ext cx="647525" cy="288506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08DF782-10F2-F237-29CE-4B360A7C3507}"/>
              </a:ext>
            </a:extLst>
          </p:cNvPr>
          <p:cNvSpPr/>
          <p:nvPr/>
        </p:nvSpPr>
        <p:spPr>
          <a:xfrm>
            <a:off x="9842261" y="219010"/>
            <a:ext cx="1710046" cy="39535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AST Parser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54FBBF0B-FF2D-5E9A-F918-101A35893758}"/>
              </a:ext>
            </a:extLst>
          </p:cNvPr>
          <p:cNvSpPr/>
          <p:nvPr/>
        </p:nvSpPr>
        <p:spPr>
          <a:xfrm>
            <a:off x="9842261" y="789441"/>
            <a:ext cx="1710046" cy="68789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Expression Matcher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1DC7A8DB-1C88-9C43-CBA9-842BC8C44A74}"/>
              </a:ext>
            </a:extLst>
          </p:cNvPr>
          <p:cNvSpPr/>
          <p:nvPr/>
        </p:nvSpPr>
        <p:spPr>
          <a:xfrm>
            <a:off x="9842261" y="1624934"/>
            <a:ext cx="1710046" cy="39535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CFG Analyzer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14DB6481-E56C-52B1-B63B-C1EBDA63AE8E}"/>
              </a:ext>
            </a:extLst>
          </p:cNvPr>
          <p:cNvSpPr/>
          <p:nvPr/>
        </p:nvSpPr>
        <p:spPr>
          <a:xfrm>
            <a:off x="9842261" y="2079590"/>
            <a:ext cx="1710046" cy="39535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CG Analyzer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8B18E212-DFB7-961E-3418-6B614D9A65FD}"/>
              </a:ext>
            </a:extLst>
          </p:cNvPr>
          <p:cNvSpPr/>
          <p:nvPr/>
        </p:nvSpPr>
        <p:spPr>
          <a:xfrm>
            <a:off x="9842261" y="2524534"/>
            <a:ext cx="1710046" cy="39535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Code Analyzer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06596748-7A76-A663-F249-AA0A186F1D0A}"/>
              </a:ext>
            </a:extLst>
          </p:cNvPr>
          <p:cNvSpPr/>
          <p:nvPr/>
        </p:nvSpPr>
        <p:spPr>
          <a:xfrm>
            <a:off x="9847982" y="3105992"/>
            <a:ext cx="1710046" cy="39535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Code Analyzer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6FF353DB-CA3B-9A64-C1D8-7EBB5BEDD14F}"/>
              </a:ext>
            </a:extLst>
          </p:cNvPr>
          <p:cNvSpPr/>
          <p:nvPr/>
        </p:nvSpPr>
        <p:spPr>
          <a:xfrm>
            <a:off x="9842261" y="3718261"/>
            <a:ext cx="1710046" cy="71186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Pointer Analyzer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B711476-55B8-BB33-B0AC-E2919E880616}"/>
              </a:ext>
            </a:extLst>
          </p:cNvPr>
          <p:cNvSpPr txBox="1"/>
          <p:nvPr/>
        </p:nvSpPr>
        <p:spPr>
          <a:xfrm>
            <a:off x="7162228" y="3260554"/>
            <a:ext cx="21262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Role Prompt Template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3C03416-F747-DDC2-8347-E3DBD8222F4B}"/>
              </a:ext>
            </a:extLst>
          </p:cNvPr>
          <p:cNvSpPr txBox="1"/>
          <p:nvPr/>
        </p:nvSpPr>
        <p:spPr>
          <a:xfrm>
            <a:off x="7099452" y="6211669"/>
            <a:ext cx="21262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Instruction Prompt Template</a:t>
            </a:r>
          </a:p>
        </p:txBody>
      </p:sp>
      <p:sp>
        <p:nvSpPr>
          <p:cNvPr id="47" name="Right Arrow 46">
            <a:extLst>
              <a:ext uri="{FF2B5EF4-FFF2-40B4-BE49-F238E27FC236}">
                <a16:creationId xmlns:a16="http://schemas.microsoft.com/office/drawing/2014/main" id="{3274C59F-BCD4-789A-E282-3BB878A4FF0C}"/>
              </a:ext>
            </a:extLst>
          </p:cNvPr>
          <p:cNvSpPr/>
          <p:nvPr/>
        </p:nvSpPr>
        <p:spPr>
          <a:xfrm>
            <a:off x="6451025" y="2293250"/>
            <a:ext cx="647525" cy="288506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E3691B1A-9283-3E66-7579-AF19248A258B}"/>
              </a:ext>
            </a:extLst>
          </p:cNvPr>
          <p:cNvSpPr/>
          <p:nvPr/>
        </p:nvSpPr>
        <p:spPr>
          <a:xfrm>
            <a:off x="9730118" y="4638658"/>
            <a:ext cx="1972948" cy="64935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Identify the reason why it is flaky test.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CCB8D5FE-FB76-D2EC-F07B-59E81306B523}"/>
              </a:ext>
            </a:extLst>
          </p:cNvPr>
          <p:cNvSpPr/>
          <p:nvPr/>
        </p:nvSpPr>
        <p:spPr>
          <a:xfrm>
            <a:off x="9732820" y="5424151"/>
            <a:ext cx="1972949" cy="78058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Identify if they are semantically equal.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6AA7249-B35B-704C-2909-AD1A0EFC978E}"/>
              </a:ext>
            </a:extLst>
          </p:cNvPr>
          <p:cNvSpPr txBox="1"/>
          <p:nvPr/>
        </p:nvSpPr>
        <p:spPr>
          <a:xfrm>
            <a:off x="9730118" y="6211668"/>
            <a:ext cx="21262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Role &amp;&amp; Task Instruction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15EA8DF-854C-5036-B10E-CD08B8F277F1}"/>
              </a:ext>
            </a:extLst>
          </p:cNvPr>
          <p:cNvCxnSpPr>
            <a:cxnSpLocks/>
          </p:cNvCxnSpPr>
          <p:nvPr/>
        </p:nvCxnSpPr>
        <p:spPr>
          <a:xfrm>
            <a:off x="11552307" y="438453"/>
            <a:ext cx="6674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6497A51-C6CE-228D-8FD4-5D5FB24DB1B9}"/>
              </a:ext>
            </a:extLst>
          </p:cNvPr>
          <p:cNvCxnSpPr>
            <a:cxnSpLocks/>
          </p:cNvCxnSpPr>
          <p:nvPr/>
        </p:nvCxnSpPr>
        <p:spPr>
          <a:xfrm>
            <a:off x="11552307" y="1129607"/>
            <a:ext cx="6674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D4E13E0-42E5-1CEB-3071-1328F1E699AA}"/>
              </a:ext>
            </a:extLst>
          </p:cNvPr>
          <p:cNvCxnSpPr>
            <a:cxnSpLocks/>
          </p:cNvCxnSpPr>
          <p:nvPr/>
        </p:nvCxnSpPr>
        <p:spPr>
          <a:xfrm>
            <a:off x="11552307" y="1816913"/>
            <a:ext cx="6674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D6CF89E-3821-A581-90BF-498B6884A3E8}"/>
              </a:ext>
            </a:extLst>
          </p:cNvPr>
          <p:cNvCxnSpPr>
            <a:cxnSpLocks/>
          </p:cNvCxnSpPr>
          <p:nvPr/>
        </p:nvCxnSpPr>
        <p:spPr>
          <a:xfrm>
            <a:off x="11552307" y="2263282"/>
            <a:ext cx="6674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284294E-014A-198F-4952-F88C725ACAC1}"/>
              </a:ext>
            </a:extLst>
          </p:cNvPr>
          <p:cNvCxnSpPr>
            <a:cxnSpLocks/>
          </p:cNvCxnSpPr>
          <p:nvPr/>
        </p:nvCxnSpPr>
        <p:spPr>
          <a:xfrm>
            <a:off x="11552307" y="2704660"/>
            <a:ext cx="6674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77BA9CD-F73D-5152-10CB-55342619B5EE}"/>
              </a:ext>
            </a:extLst>
          </p:cNvPr>
          <p:cNvCxnSpPr>
            <a:cxnSpLocks/>
          </p:cNvCxnSpPr>
          <p:nvPr/>
        </p:nvCxnSpPr>
        <p:spPr>
          <a:xfrm>
            <a:off x="11567805" y="3297971"/>
            <a:ext cx="6674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E20F4A7-C3F9-CABC-96A0-6BE2990A2D1F}"/>
              </a:ext>
            </a:extLst>
          </p:cNvPr>
          <p:cNvCxnSpPr>
            <a:cxnSpLocks/>
          </p:cNvCxnSpPr>
          <p:nvPr/>
        </p:nvCxnSpPr>
        <p:spPr>
          <a:xfrm>
            <a:off x="11567805" y="4074193"/>
            <a:ext cx="66740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3A3AC21-7AA5-68BB-D14D-1B19A6F892CA}"/>
              </a:ext>
            </a:extLst>
          </p:cNvPr>
          <p:cNvCxnSpPr>
            <a:cxnSpLocks/>
          </p:cNvCxnSpPr>
          <p:nvPr/>
        </p:nvCxnSpPr>
        <p:spPr>
          <a:xfrm>
            <a:off x="11691859" y="4963333"/>
            <a:ext cx="5278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9365660-381F-A292-FE0E-A79E5CD2DC33}"/>
              </a:ext>
            </a:extLst>
          </p:cNvPr>
          <p:cNvCxnSpPr>
            <a:cxnSpLocks/>
          </p:cNvCxnSpPr>
          <p:nvPr/>
        </p:nvCxnSpPr>
        <p:spPr>
          <a:xfrm>
            <a:off x="11703582" y="5775359"/>
            <a:ext cx="5278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540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610</TotalTime>
  <Words>97</Words>
  <Application>Microsoft Macintosh PowerPoint</Application>
  <PresentationFormat>Custom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</vt:lpstr>
      <vt:lpstr>Calibri</vt:lpstr>
      <vt:lpstr>Calibri Light</vt:lpstr>
      <vt:lpstr>Menlo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Student</cp:lastModifiedBy>
  <cp:revision>11</cp:revision>
  <dcterms:created xsi:type="dcterms:W3CDTF">2023-05-02T21:17:13Z</dcterms:created>
  <dcterms:modified xsi:type="dcterms:W3CDTF">2023-05-03T07:27:41Z</dcterms:modified>
</cp:coreProperties>
</file>