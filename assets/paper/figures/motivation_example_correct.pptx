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sldIdLst>
    <p:sldId id="257" r:id="rId2"/>
  </p:sldIdLst>
  <p:sldSz cx="5759450" cy="6480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6266"/>
  </p:normalViewPr>
  <p:slideViewPr>
    <p:cSldViewPr snapToGrid="0">
      <p:cViewPr varScale="1">
        <p:scale>
          <a:sx n="133" d="100"/>
          <a:sy n="133" d="100"/>
        </p:scale>
        <p:origin x="268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31959" y="1060529"/>
            <a:ext cx="4895533" cy="2256061"/>
          </a:xfrm>
        </p:spPr>
        <p:txBody>
          <a:bodyPr anchor="b"/>
          <a:lstStyle>
            <a:lvl1pPr algn="ctr">
              <a:defRPr sz="3779"/>
            </a:lvl1pPr>
          </a:lstStyle>
          <a:p>
            <a:r>
              <a:rPr lang="en-GB"/>
              <a:t>Click to edit Master title style</a:t>
            </a:r>
            <a:endParaRPr lang="en-US" dirty="0"/>
          </a:p>
        </p:txBody>
      </p:sp>
      <p:sp>
        <p:nvSpPr>
          <p:cNvPr id="3" name="Subtitle 2"/>
          <p:cNvSpPr>
            <a:spLocks noGrp="1"/>
          </p:cNvSpPr>
          <p:nvPr>
            <p:ph type="subTitle" idx="1"/>
          </p:nvPr>
        </p:nvSpPr>
        <p:spPr>
          <a:xfrm>
            <a:off x="719931" y="3403592"/>
            <a:ext cx="4319588" cy="1564542"/>
          </a:xfrm>
        </p:spPr>
        <p:txBody>
          <a:bodyPr/>
          <a:lstStyle>
            <a:lvl1pPr marL="0" indent="0" algn="ctr">
              <a:buNone/>
              <a:defRPr sz="1512"/>
            </a:lvl1pPr>
            <a:lvl2pPr marL="287990" indent="0" algn="ctr">
              <a:buNone/>
              <a:defRPr sz="1260"/>
            </a:lvl2pPr>
            <a:lvl3pPr marL="575981" indent="0" algn="ctr">
              <a:buNone/>
              <a:defRPr sz="1134"/>
            </a:lvl3pPr>
            <a:lvl4pPr marL="863971" indent="0" algn="ctr">
              <a:buNone/>
              <a:defRPr sz="1008"/>
            </a:lvl4pPr>
            <a:lvl5pPr marL="1151961" indent="0" algn="ctr">
              <a:buNone/>
              <a:defRPr sz="1008"/>
            </a:lvl5pPr>
            <a:lvl6pPr marL="1439951" indent="0" algn="ctr">
              <a:buNone/>
              <a:defRPr sz="1008"/>
            </a:lvl6pPr>
            <a:lvl7pPr marL="1727942" indent="0" algn="ctr">
              <a:buNone/>
              <a:defRPr sz="1008"/>
            </a:lvl7pPr>
            <a:lvl8pPr marL="2015932" indent="0" algn="ctr">
              <a:buNone/>
              <a:defRPr sz="1008"/>
            </a:lvl8pPr>
            <a:lvl9pPr marL="2303922" indent="0" algn="ctr">
              <a:buNone/>
              <a:defRPr sz="1008"/>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C315520-4C8E-7C41-A006-81AD4A898AF7}" type="datetimeFigureOut">
              <a:rPr lang="en-US" smtClean="0"/>
              <a:t>5/1/23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3262915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315520-4C8E-7C41-A006-81AD4A898AF7}" type="datetimeFigureOut">
              <a:rPr lang="en-US" smtClean="0"/>
              <a:t>5/1/23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318481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92963" y="1615546"/>
            <a:ext cx="4967526" cy="2695572"/>
          </a:xfrm>
        </p:spPr>
        <p:txBody>
          <a:bodyPr anchor="b"/>
          <a:lstStyle>
            <a:lvl1pPr>
              <a:defRPr sz="3779"/>
            </a:lvl1pPr>
          </a:lstStyle>
          <a:p>
            <a:r>
              <a:rPr lang="en-GB"/>
              <a:t>Click to edit Master title style</a:t>
            </a:r>
            <a:endParaRPr lang="en-US" dirty="0"/>
          </a:p>
        </p:txBody>
      </p:sp>
      <p:sp>
        <p:nvSpPr>
          <p:cNvPr id="3" name="Text Placeholder 2"/>
          <p:cNvSpPr>
            <a:spLocks noGrp="1"/>
          </p:cNvSpPr>
          <p:nvPr>
            <p:ph type="body" idx="1"/>
          </p:nvPr>
        </p:nvSpPr>
        <p:spPr>
          <a:xfrm>
            <a:off x="392963" y="4336619"/>
            <a:ext cx="4967526" cy="1417538"/>
          </a:xfrm>
        </p:spPr>
        <p:txBody>
          <a:bodyPr/>
          <a:lstStyle>
            <a:lvl1pPr marL="0" indent="0">
              <a:buNone/>
              <a:defRPr sz="1512">
                <a:solidFill>
                  <a:schemeClr val="tx1"/>
                </a:solidFill>
              </a:defRPr>
            </a:lvl1pPr>
            <a:lvl2pPr marL="287990" indent="0">
              <a:buNone/>
              <a:defRPr sz="1260">
                <a:solidFill>
                  <a:schemeClr val="tx1">
                    <a:tint val="75000"/>
                  </a:schemeClr>
                </a:solidFill>
              </a:defRPr>
            </a:lvl2pPr>
            <a:lvl3pPr marL="575981" indent="0">
              <a:buNone/>
              <a:defRPr sz="1134">
                <a:solidFill>
                  <a:schemeClr val="tx1">
                    <a:tint val="75000"/>
                  </a:schemeClr>
                </a:solidFill>
              </a:defRPr>
            </a:lvl3pPr>
            <a:lvl4pPr marL="863971" indent="0">
              <a:buNone/>
              <a:defRPr sz="1008">
                <a:solidFill>
                  <a:schemeClr val="tx1">
                    <a:tint val="75000"/>
                  </a:schemeClr>
                </a:solidFill>
              </a:defRPr>
            </a:lvl4pPr>
            <a:lvl5pPr marL="1151961" indent="0">
              <a:buNone/>
              <a:defRPr sz="1008">
                <a:solidFill>
                  <a:schemeClr val="tx1">
                    <a:tint val="75000"/>
                  </a:schemeClr>
                </a:solidFill>
              </a:defRPr>
            </a:lvl5pPr>
            <a:lvl6pPr marL="1439951" indent="0">
              <a:buNone/>
              <a:defRPr sz="1008">
                <a:solidFill>
                  <a:schemeClr val="tx1">
                    <a:tint val="75000"/>
                  </a:schemeClr>
                </a:solidFill>
              </a:defRPr>
            </a:lvl6pPr>
            <a:lvl7pPr marL="1727942" indent="0">
              <a:buNone/>
              <a:defRPr sz="1008">
                <a:solidFill>
                  <a:schemeClr val="tx1">
                    <a:tint val="75000"/>
                  </a:schemeClr>
                </a:solidFill>
              </a:defRPr>
            </a:lvl7pPr>
            <a:lvl8pPr marL="2015932" indent="0">
              <a:buNone/>
              <a:defRPr sz="1008">
                <a:solidFill>
                  <a:schemeClr val="tx1">
                    <a:tint val="75000"/>
                  </a:schemeClr>
                </a:solidFill>
              </a:defRPr>
            </a:lvl8pPr>
            <a:lvl9pPr marL="2303922" indent="0">
              <a:buNone/>
              <a:defRPr sz="100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15520-4C8E-7C41-A006-81AD4A898AF7}" type="datetimeFigureOut">
              <a:rPr lang="en-US" smtClean="0"/>
              <a:t>5/1/23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2137513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95962" y="1725046"/>
            <a:ext cx="2447766" cy="41116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2915722" y="1725046"/>
            <a:ext cx="2447766" cy="41116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C315520-4C8E-7C41-A006-81AD4A898AF7}" type="datetimeFigureOut">
              <a:rPr lang="en-US" smtClean="0"/>
              <a:t>5/1/23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282003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6712" y="345011"/>
            <a:ext cx="4967526" cy="1252534"/>
          </a:xfrm>
        </p:spPr>
        <p:txBody>
          <a:bodyPr/>
          <a:lstStyle/>
          <a:p>
            <a:r>
              <a:rPr lang="en-GB"/>
              <a:t>Click to edit Master title style</a:t>
            </a:r>
            <a:endParaRPr lang="en-US" dirty="0"/>
          </a:p>
        </p:txBody>
      </p:sp>
      <p:sp>
        <p:nvSpPr>
          <p:cNvPr id="3" name="Text Placeholder 2"/>
          <p:cNvSpPr>
            <a:spLocks noGrp="1"/>
          </p:cNvSpPr>
          <p:nvPr>
            <p:ph type="body" idx="1"/>
          </p:nvPr>
        </p:nvSpPr>
        <p:spPr>
          <a:xfrm>
            <a:off x="396713" y="1588543"/>
            <a:ext cx="2436517" cy="778521"/>
          </a:xfrm>
        </p:spPr>
        <p:txBody>
          <a:bodyPr anchor="b"/>
          <a:lstStyle>
            <a:lvl1pPr marL="0" indent="0">
              <a:buNone/>
              <a:defRPr sz="1512" b="1"/>
            </a:lvl1pPr>
            <a:lvl2pPr marL="287990" indent="0">
              <a:buNone/>
              <a:defRPr sz="1260" b="1"/>
            </a:lvl2pPr>
            <a:lvl3pPr marL="575981" indent="0">
              <a:buNone/>
              <a:defRPr sz="1134" b="1"/>
            </a:lvl3pPr>
            <a:lvl4pPr marL="863971" indent="0">
              <a:buNone/>
              <a:defRPr sz="1008" b="1"/>
            </a:lvl4pPr>
            <a:lvl5pPr marL="1151961" indent="0">
              <a:buNone/>
              <a:defRPr sz="1008" b="1"/>
            </a:lvl5pPr>
            <a:lvl6pPr marL="1439951" indent="0">
              <a:buNone/>
              <a:defRPr sz="1008" b="1"/>
            </a:lvl6pPr>
            <a:lvl7pPr marL="1727942" indent="0">
              <a:buNone/>
              <a:defRPr sz="1008" b="1"/>
            </a:lvl7pPr>
            <a:lvl8pPr marL="2015932" indent="0">
              <a:buNone/>
              <a:defRPr sz="1008" b="1"/>
            </a:lvl8pPr>
            <a:lvl9pPr marL="2303922" indent="0">
              <a:buNone/>
              <a:defRPr sz="1008" b="1"/>
            </a:lvl9pPr>
          </a:lstStyle>
          <a:p>
            <a:pPr lvl="0"/>
            <a:r>
              <a:rPr lang="en-GB"/>
              <a:t>Click to edit Master text styles</a:t>
            </a:r>
          </a:p>
        </p:txBody>
      </p:sp>
      <p:sp>
        <p:nvSpPr>
          <p:cNvPr id="4" name="Content Placeholder 3"/>
          <p:cNvSpPr>
            <a:spLocks noGrp="1"/>
          </p:cNvSpPr>
          <p:nvPr>
            <p:ph sz="half" idx="2"/>
          </p:nvPr>
        </p:nvSpPr>
        <p:spPr>
          <a:xfrm>
            <a:off x="396713" y="2367064"/>
            <a:ext cx="2436517" cy="3481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2915722" y="1588543"/>
            <a:ext cx="2448516" cy="778521"/>
          </a:xfrm>
        </p:spPr>
        <p:txBody>
          <a:bodyPr anchor="b"/>
          <a:lstStyle>
            <a:lvl1pPr marL="0" indent="0">
              <a:buNone/>
              <a:defRPr sz="1512" b="1"/>
            </a:lvl1pPr>
            <a:lvl2pPr marL="287990" indent="0">
              <a:buNone/>
              <a:defRPr sz="1260" b="1"/>
            </a:lvl2pPr>
            <a:lvl3pPr marL="575981" indent="0">
              <a:buNone/>
              <a:defRPr sz="1134" b="1"/>
            </a:lvl3pPr>
            <a:lvl4pPr marL="863971" indent="0">
              <a:buNone/>
              <a:defRPr sz="1008" b="1"/>
            </a:lvl4pPr>
            <a:lvl5pPr marL="1151961" indent="0">
              <a:buNone/>
              <a:defRPr sz="1008" b="1"/>
            </a:lvl5pPr>
            <a:lvl6pPr marL="1439951" indent="0">
              <a:buNone/>
              <a:defRPr sz="1008" b="1"/>
            </a:lvl6pPr>
            <a:lvl7pPr marL="1727942" indent="0">
              <a:buNone/>
              <a:defRPr sz="1008" b="1"/>
            </a:lvl7pPr>
            <a:lvl8pPr marL="2015932" indent="0">
              <a:buNone/>
              <a:defRPr sz="1008" b="1"/>
            </a:lvl8pPr>
            <a:lvl9pPr marL="2303922" indent="0">
              <a:buNone/>
              <a:defRPr sz="1008" b="1"/>
            </a:lvl9pPr>
          </a:lstStyle>
          <a:p>
            <a:pPr lvl="0"/>
            <a:r>
              <a:rPr lang="en-GB"/>
              <a:t>Click to edit Master text styles</a:t>
            </a:r>
          </a:p>
        </p:txBody>
      </p:sp>
      <p:sp>
        <p:nvSpPr>
          <p:cNvPr id="6" name="Content Placeholder 5"/>
          <p:cNvSpPr>
            <a:spLocks noGrp="1"/>
          </p:cNvSpPr>
          <p:nvPr>
            <p:ph sz="quarter" idx="4"/>
          </p:nvPr>
        </p:nvSpPr>
        <p:spPr>
          <a:xfrm>
            <a:off x="2915722" y="2367064"/>
            <a:ext cx="2448516" cy="3481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C315520-4C8E-7C41-A006-81AD4A898AF7}" type="datetimeFigureOut">
              <a:rPr lang="en-US" smtClean="0"/>
              <a:t>5/1/23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736030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C315520-4C8E-7C41-A006-81AD4A898AF7}" type="datetimeFigureOut">
              <a:rPr lang="en-US" smtClean="0"/>
              <a:t>5/1/23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2793914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315520-4C8E-7C41-A006-81AD4A898AF7}" type="datetimeFigureOut">
              <a:rPr lang="en-US" smtClean="0"/>
              <a:t>5/1/23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862883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6712" y="432012"/>
            <a:ext cx="1857573" cy="1512041"/>
          </a:xfrm>
        </p:spPr>
        <p:txBody>
          <a:bodyPr anchor="b"/>
          <a:lstStyle>
            <a:lvl1pPr>
              <a:defRPr sz="2016"/>
            </a:lvl1pPr>
          </a:lstStyle>
          <a:p>
            <a:r>
              <a:rPr lang="en-GB"/>
              <a:t>Click to edit Master title style</a:t>
            </a:r>
            <a:endParaRPr lang="en-US" dirty="0"/>
          </a:p>
        </p:txBody>
      </p:sp>
      <p:sp>
        <p:nvSpPr>
          <p:cNvPr id="3" name="Content Placeholder 2"/>
          <p:cNvSpPr>
            <a:spLocks noGrp="1"/>
          </p:cNvSpPr>
          <p:nvPr>
            <p:ph idx="1"/>
          </p:nvPr>
        </p:nvSpPr>
        <p:spPr>
          <a:xfrm>
            <a:off x="2448516" y="933027"/>
            <a:ext cx="2915722" cy="4605124"/>
          </a:xfrm>
        </p:spPr>
        <p:txBody>
          <a:bodyPr/>
          <a:lstStyle>
            <a:lvl1pPr>
              <a:defRPr sz="2016"/>
            </a:lvl1pPr>
            <a:lvl2pPr>
              <a:defRPr sz="1764"/>
            </a:lvl2pPr>
            <a:lvl3pPr>
              <a:defRPr sz="1512"/>
            </a:lvl3pPr>
            <a:lvl4pPr>
              <a:defRPr sz="1260"/>
            </a:lvl4pPr>
            <a:lvl5pPr>
              <a:defRPr sz="1260"/>
            </a:lvl5pPr>
            <a:lvl6pPr>
              <a:defRPr sz="1260"/>
            </a:lvl6pPr>
            <a:lvl7pPr>
              <a:defRPr sz="1260"/>
            </a:lvl7pPr>
            <a:lvl8pPr>
              <a:defRPr sz="1260"/>
            </a:lvl8pPr>
            <a:lvl9pPr>
              <a:defRPr sz="126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396712" y="1944052"/>
            <a:ext cx="1857573" cy="3601598"/>
          </a:xfrm>
        </p:spPr>
        <p:txBody>
          <a:bodyPr/>
          <a:lstStyle>
            <a:lvl1pPr marL="0" indent="0">
              <a:buNone/>
              <a:defRPr sz="1008"/>
            </a:lvl1pPr>
            <a:lvl2pPr marL="287990" indent="0">
              <a:buNone/>
              <a:defRPr sz="882"/>
            </a:lvl2pPr>
            <a:lvl3pPr marL="575981" indent="0">
              <a:buNone/>
              <a:defRPr sz="756"/>
            </a:lvl3pPr>
            <a:lvl4pPr marL="863971" indent="0">
              <a:buNone/>
              <a:defRPr sz="630"/>
            </a:lvl4pPr>
            <a:lvl5pPr marL="1151961" indent="0">
              <a:buNone/>
              <a:defRPr sz="630"/>
            </a:lvl5pPr>
            <a:lvl6pPr marL="1439951" indent="0">
              <a:buNone/>
              <a:defRPr sz="630"/>
            </a:lvl6pPr>
            <a:lvl7pPr marL="1727942" indent="0">
              <a:buNone/>
              <a:defRPr sz="630"/>
            </a:lvl7pPr>
            <a:lvl8pPr marL="2015932" indent="0">
              <a:buNone/>
              <a:defRPr sz="630"/>
            </a:lvl8pPr>
            <a:lvl9pPr marL="2303922" indent="0">
              <a:buNone/>
              <a:defRPr sz="630"/>
            </a:lvl9pPr>
          </a:lstStyle>
          <a:p>
            <a:pPr lvl="0"/>
            <a:r>
              <a:rPr lang="en-GB"/>
              <a:t>Click to edit Master text styles</a:t>
            </a:r>
          </a:p>
        </p:txBody>
      </p:sp>
      <p:sp>
        <p:nvSpPr>
          <p:cNvPr id="5" name="Date Placeholder 4"/>
          <p:cNvSpPr>
            <a:spLocks noGrp="1"/>
          </p:cNvSpPr>
          <p:nvPr>
            <p:ph type="dt" sz="half" idx="10"/>
          </p:nvPr>
        </p:nvSpPr>
        <p:spPr/>
        <p:txBody>
          <a:bodyPr/>
          <a:lstStyle/>
          <a:p>
            <a:fld id="{5C315520-4C8E-7C41-A006-81AD4A898AF7}" type="datetimeFigureOut">
              <a:rPr lang="en-US" smtClean="0"/>
              <a:t>5/1/23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4051579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6712" y="432012"/>
            <a:ext cx="1857573" cy="1512041"/>
          </a:xfrm>
        </p:spPr>
        <p:txBody>
          <a:bodyPr anchor="b"/>
          <a:lstStyle>
            <a:lvl1pPr>
              <a:defRPr sz="2016"/>
            </a:lvl1pPr>
          </a:lstStyle>
          <a:p>
            <a:r>
              <a:rPr lang="en-GB"/>
              <a:t>Click to edit Master title style</a:t>
            </a:r>
            <a:endParaRPr lang="en-US" dirty="0"/>
          </a:p>
        </p:txBody>
      </p:sp>
      <p:sp>
        <p:nvSpPr>
          <p:cNvPr id="3" name="Picture Placeholder 2"/>
          <p:cNvSpPr>
            <a:spLocks noGrp="1" noChangeAspect="1"/>
          </p:cNvSpPr>
          <p:nvPr>
            <p:ph type="pic" idx="1"/>
          </p:nvPr>
        </p:nvSpPr>
        <p:spPr>
          <a:xfrm>
            <a:off x="2448516" y="933027"/>
            <a:ext cx="2915722" cy="4605124"/>
          </a:xfrm>
        </p:spPr>
        <p:txBody>
          <a:bodyPr anchor="t"/>
          <a:lstStyle>
            <a:lvl1pPr marL="0" indent="0">
              <a:buNone/>
              <a:defRPr sz="2016"/>
            </a:lvl1pPr>
            <a:lvl2pPr marL="287990" indent="0">
              <a:buNone/>
              <a:defRPr sz="1764"/>
            </a:lvl2pPr>
            <a:lvl3pPr marL="575981" indent="0">
              <a:buNone/>
              <a:defRPr sz="1512"/>
            </a:lvl3pPr>
            <a:lvl4pPr marL="863971" indent="0">
              <a:buNone/>
              <a:defRPr sz="1260"/>
            </a:lvl4pPr>
            <a:lvl5pPr marL="1151961" indent="0">
              <a:buNone/>
              <a:defRPr sz="1260"/>
            </a:lvl5pPr>
            <a:lvl6pPr marL="1439951" indent="0">
              <a:buNone/>
              <a:defRPr sz="1260"/>
            </a:lvl6pPr>
            <a:lvl7pPr marL="1727942" indent="0">
              <a:buNone/>
              <a:defRPr sz="1260"/>
            </a:lvl7pPr>
            <a:lvl8pPr marL="2015932" indent="0">
              <a:buNone/>
              <a:defRPr sz="1260"/>
            </a:lvl8pPr>
            <a:lvl9pPr marL="2303922" indent="0">
              <a:buNone/>
              <a:defRPr sz="1260"/>
            </a:lvl9pPr>
          </a:lstStyle>
          <a:p>
            <a:r>
              <a:rPr lang="en-GB"/>
              <a:t>Click icon to add picture</a:t>
            </a:r>
            <a:endParaRPr lang="en-US" dirty="0"/>
          </a:p>
        </p:txBody>
      </p:sp>
      <p:sp>
        <p:nvSpPr>
          <p:cNvPr id="4" name="Text Placeholder 3"/>
          <p:cNvSpPr>
            <a:spLocks noGrp="1"/>
          </p:cNvSpPr>
          <p:nvPr>
            <p:ph type="body" sz="half" idx="2"/>
          </p:nvPr>
        </p:nvSpPr>
        <p:spPr>
          <a:xfrm>
            <a:off x="396712" y="1944052"/>
            <a:ext cx="1857573" cy="3601598"/>
          </a:xfrm>
        </p:spPr>
        <p:txBody>
          <a:bodyPr/>
          <a:lstStyle>
            <a:lvl1pPr marL="0" indent="0">
              <a:buNone/>
              <a:defRPr sz="1008"/>
            </a:lvl1pPr>
            <a:lvl2pPr marL="287990" indent="0">
              <a:buNone/>
              <a:defRPr sz="882"/>
            </a:lvl2pPr>
            <a:lvl3pPr marL="575981" indent="0">
              <a:buNone/>
              <a:defRPr sz="756"/>
            </a:lvl3pPr>
            <a:lvl4pPr marL="863971" indent="0">
              <a:buNone/>
              <a:defRPr sz="630"/>
            </a:lvl4pPr>
            <a:lvl5pPr marL="1151961" indent="0">
              <a:buNone/>
              <a:defRPr sz="630"/>
            </a:lvl5pPr>
            <a:lvl6pPr marL="1439951" indent="0">
              <a:buNone/>
              <a:defRPr sz="630"/>
            </a:lvl6pPr>
            <a:lvl7pPr marL="1727942" indent="0">
              <a:buNone/>
              <a:defRPr sz="630"/>
            </a:lvl7pPr>
            <a:lvl8pPr marL="2015932" indent="0">
              <a:buNone/>
              <a:defRPr sz="630"/>
            </a:lvl8pPr>
            <a:lvl9pPr marL="2303922" indent="0">
              <a:buNone/>
              <a:defRPr sz="630"/>
            </a:lvl9pPr>
          </a:lstStyle>
          <a:p>
            <a:pPr lvl="0"/>
            <a:r>
              <a:rPr lang="en-GB"/>
              <a:t>Click to edit Master text styles</a:t>
            </a:r>
          </a:p>
        </p:txBody>
      </p:sp>
      <p:sp>
        <p:nvSpPr>
          <p:cNvPr id="5" name="Date Placeholder 4"/>
          <p:cNvSpPr>
            <a:spLocks noGrp="1"/>
          </p:cNvSpPr>
          <p:nvPr>
            <p:ph type="dt" sz="half" idx="10"/>
          </p:nvPr>
        </p:nvSpPr>
        <p:spPr/>
        <p:txBody>
          <a:bodyPr/>
          <a:lstStyle/>
          <a:p>
            <a:fld id="{5C315520-4C8E-7C41-A006-81AD4A898AF7}" type="datetimeFigureOut">
              <a:rPr lang="en-US" smtClean="0"/>
              <a:t>5/1/23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39757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315520-4C8E-7C41-A006-81AD4A898AF7}" type="datetimeFigureOut">
              <a:rPr lang="en-US" smtClean="0"/>
              <a:t>5/1/23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395555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121607" y="345009"/>
            <a:ext cx="1241881" cy="5491649"/>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95963" y="345009"/>
            <a:ext cx="3653651" cy="549164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315520-4C8E-7C41-A006-81AD4A898AF7}" type="datetimeFigureOut">
              <a:rPr lang="en-US" smtClean="0"/>
              <a:t>5/1/23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FF388F-B8E7-5946-83B7-ABCAC4DD6717}" type="slidenum">
              <a:rPr lang="en-US" smtClean="0"/>
              <a:t>‹#›</a:t>
            </a:fld>
            <a:endParaRPr lang="en-US"/>
          </a:p>
        </p:txBody>
      </p:sp>
    </p:spTree>
    <p:extLst>
      <p:ext uri="{BB962C8B-B14F-4D97-AF65-F5344CB8AC3E}">
        <p14:creationId xmlns:p14="http://schemas.microsoft.com/office/powerpoint/2010/main" val="317648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5962" y="345011"/>
            <a:ext cx="4967526" cy="125253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395962" y="1725046"/>
            <a:ext cx="4967526" cy="41116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395962" y="6006164"/>
            <a:ext cx="1295876" cy="345009"/>
          </a:xfrm>
          <a:prstGeom prst="rect">
            <a:avLst/>
          </a:prstGeom>
        </p:spPr>
        <p:txBody>
          <a:bodyPr vert="horz" lIns="91440" tIns="45720" rIns="91440" bIns="45720" rtlCol="0" anchor="ctr"/>
          <a:lstStyle>
            <a:lvl1pPr algn="l">
              <a:defRPr sz="756">
                <a:solidFill>
                  <a:schemeClr val="tx1">
                    <a:tint val="75000"/>
                  </a:schemeClr>
                </a:solidFill>
              </a:defRPr>
            </a:lvl1pPr>
          </a:lstStyle>
          <a:p>
            <a:fld id="{5C315520-4C8E-7C41-A006-81AD4A898AF7}" type="datetimeFigureOut">
              <a:rPr lang="en-US" smtClean="0"/>
              <a:t>5/1/23</a:t>
            </a:fld>
            <a:endParaRPr lang="en-US"/>
          </a:p>
        </p:txBody>
      </p:sp>
      <p:sp>
        <p:nvSpPr>
          <p:cNvPr id="5" name="Footer Placeholder 4"/>
          <p:cNvSpPr>
            <a:spLocks noGrp="1"/>
          </p:cNvSpPr>
          <p:nvPr>
            <p:ph type="ftr" sz="quarter" idx="3"/>
          </p:nvPr>
        </p:nvSpPr>
        <p:spPr>
          <a:xfrm>
            <a:off x="1907818" y="6006164"/>
            <a:ext cx="1943814" cy="345009"/>
          </a:xfrm>
          <a:prstGeom prst="rect">
            <a:avLst/>
          </a:prstGeom>
        </p:spPr>
        <p:txBody>
          <a:bodyPr vert="horz" lIns="91440" tIns="45720" rIns="91440" bIns="45720" rtlCol="0" anchor="ctr"/>
          <a:lstStyle>
            <a:lvl1pPr algn="ctr">
              <a:defRPr sz="75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067612" y="6006164"/>
            <a:ext cx="1295876" cy="345009"/>
          </a:xfrm>
          <a:prstGeom prst="rect">
            <a:avLst/>
          </a:prstGeom>
        </p:spPr>
        <p:txBody>
          <a:bodyPr vert="horz" lIns="91440" tIns="45720" rIns="91440" bIns="45720" rtlCol="0" anchor="ctr"/>
          <a:lstStyle>
            <a:lvl1pPr algn="r">
              <a:defRPr sz="756">
                <a:solidFill>
                  <a:schemeClr val="tx1">
                    <a:tint val="75000"/>
                  </a:schemeClr>
                </a:solidFill>
              </a:defRPr>
            </a:lvl1pPr>
          </a:lstStyle>
          <a:p>
            <a:fld id="{E9FF388F-B8E7-5946-83B7-ABCAC4DD6717}" type="slidenum">
              <a:rPr lang="en-US" smtClean="0"/>
              <a:t>‹#›</a:t>
            </a:fld>
            <a:endParaRPr lang="en-US"/>
          </a:p>
        </p:txBody>
      </p:sp>
    </p:spTree>
    <p:extLst>
      <p:ext uri="{BB962C8B-B14F-4D97-AF65-F5344CB8AC3E}">
        <p14:creationId xmlns:p14="http://schemas.microsoft.com/office/powerpoint/2010/main" val="22061015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575981" rtl="0" eaLnBrk="1" latinLnBrk="0" hangingPunct="1">
        <a:lnSpc>
          <a:spcPct val="90000"/>
        </a:lnSpc>
        <a:spcBef>
          <a:spcPct val="0"/>
        </a:spcBef>
        <a:buNone/>
        <a:defRPr sz="2772" kern="1200">
          <a:solidFill>
            <a:schemeClr val="tx1"/>
          </a:solidFill>
          <a:latin typeface="+mj-lt"/>
          <a:ea typeface="+mj-ea"/>
          <a:cs typeface="+mj-cs"/>
        </a:defRPr>
      </a:lvl1pPr>
    </p:titleStyle>
    <p:bodyStyle>
      <a:lvl1pPr marL="143995" indent="-143995" algn="l" defTabSz="575981" rtl="0" eaLnBrk="1" latinLnBrk="0" hangingPunct="1">
        <a:lnSpc>
          <a:spcPct val="90000"/>
        </a:lnSpc>
        <a:spcBef>
          <a:spcPts val="630"/>
        </a:spcBef>
        <a:buFont typeface="Arial" panose="020B0604020202020204" pitchFamily="34" charset="0"/>
        <a:buChar char="•"/>
        <a:defRPr sz="1764" kern="1200">
          <a:solidFill>
            <a:schemeClr val="tx1"/>
          </a:solidFill>
          <a:latin typeface="+mn-lt"/>
          <a:ea typeface="+mn-ea"/>
          <a:cs typeface="+mn-cs"/>
        </a:defRPr>
      </a:lvl1pPr>
      <a:lvl2pPr marL="431985" indent="-143995" algn="l" defTabSz="575981" rtl="0" eaLnBrk="1" latinLnBrk="0" hangingPunct="1">
        <a:lnSpc>
          <a:spcPct val="90000"/>
        </a:lnSpc>
        <a:spcBef>
          <a:spcPts val="315"/>
        </a:spcBef>
        <a:buFont typeface="Arial" panose="020B0604020202020204" pitchFamily="34" charset="0"/>
        <a:buChar char="•"/>
        <a:defRPr sz="1512" kern="1200">
          <a:solidFill>
            <a:schemeClr val="tx1"/>
          </a:solidFill>
          <a:latin typeface="+mn-lt"/>
          <a:ea typeface="+mn-ea"/>
          <a:cs typeface="+mn-cs"/>
        </a:defRPr>
      </a:lvl2pPr>
      <a:lvl3pPr marL="719976" indent="-143995" algn="l" defTabSz="575981" rtl="0" eaLnBrk="1" latinLnBrk="0" hangingPunct="1">
        <a:lnSpc>
          <a:spcPct val="90000"/>
        </a:lnSpc>
        <a:spcBef>
          <a:spcPts val="315"/>
        </a:spcBef>
        <a:buFont typeface="Arial" panose="020B0604020202020204" pitchFamily="34" charset="0"/>
        <a:buChar char="•"/>
        <a:defRPr sz="1260" kern="1200">
          <a:solidFill>
            <a:schemeClr val="tx1"/>
          </a:solidFill>
          <a:latin typeface="+mn-lt"/>
          <a:ea typeface="+mn-ea"/>
          <a:cs typeface="+mn-cs"/>
        </a:defRPr>
      </a:lvl3pPr>
      <a:lvl4pPr marL="1007966"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4pPr>
      <a:lvl5pPr marL="1295956"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5pPr>
      <a:lvl6pPr marL="158394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6pPr>
      <a:lvl7pPr marL="187193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7pPr>
      <a:lvl8pPr marL="215992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8pPr>
      <a:lvl9pPr marL="2447917" indent="-143995" algn="l" defTabSz="575981" rtl="0" eaLnBrk="1" latinLnBrk="0" hangingPunct="1">
        <a:lnSpc>
          <a:spcPct val="90000"/>
        </a:lnSpc>
        <a:spcBef>
          <a:spcPts val="315"/>
        </a:spcBef>
        <a:buFont typeface="Arial" panose="020B0604020202020204" pitchFamily="34" charset="0"/>
        <a:buChar char="•"/>
        <a:defRPr sz="1134" kern="1200">
          <a:solidFill>
            <a:schemeClr val="tx1"/>
          </a:solidFill>
          <a:latin typeface="+mn-lt"/>
          <a:ea typeface="+mn-ea"/>
          <a:cs typeface="+mn-cs"/>
        </a:defRPr>
      </a:lvl9pPr>
    </p:bodyStyle>
    <p:otherStyle>
      <a:defPPr>
        <a:defRPr lang="en-US"/>
      </a:defPPr>
      <a:lvl1pPr marL="0" algn="l" defTabSz="575981" rtl="0" eaLnBrk="1" latinLnBrk="0" hangingPunct="1">
        <a:defRPr sz="1134" kern="1200">
          <a:solidFill>
            <a:schemeClr val="tx1"/>
          </a:solidFill>
          <a:latin typeface="+mn-lt"/>
          <a:ea typeface="+mn-ea"/>
          <a:cs typeface="+mn-cs"/>
        </a:defRPr>
      </a:lvl1pPr>
      <a:lvl2pPr marL="287990" algn="l" defTabSz="575981" rtl="0" eaLnBrk="1" latinLnBrk="0" hangingPunct="1">
        <a:defRPr sz="1134" kern="1200">
          <a:solidFill>
            <a:schemeClr val="tx1"/>
          </a:solidFill>
          <a:latin typeface="+mn-lt"/>
          <a:ea typeface="+mn-ea"/>
          <a:cs typeface="+mn-cs"/>
        </a:defRPr>
      </a:lvl2pPr>
      <a:lvl3pPr marL="575981" algn="l" defTabSz="575981" rtl="0" eaLnBrk="1" latinLnBrk="0" hangingPunct="1">
        <a:defRPr sz="1134" kern="1200">
          <a:solidFill>
            <a:schemeClr val="tx1"/>
          </a:solidFill>
          <a:latin typeface="+mn-lt"/>
          <a:ea typeface="+mn-ea"/>
          <a:cs typeface="+mn-cs"/>
        </a:defRPr>
      </a:lvl3pPr>
      <a:lvl4pPr marL="863971" algn="l" defTabSz="575981" rtl="0" eaLnBrk="1" latinLnBrk="0" hangingPunct="1">
        <a:defRPr sz="1134" kern="1200">
          <a:solidFill>
            <a:schemeClr val="tx1"/>
          </a:solidFill>
          <a:latin typeface="+mn-lt"/>
          <a:ea typeface="+mn-ea"/>
          <a:cs typeface="+mn-cs"/>
        </a:defRPr>
      </a:lvl4pPr>
      <a:lvl5pPr marL="1151961" algn="l" defTabSz="575981" rtl="0" eaLnBrk="1" latinLnBrk="0" hangingPunct="1">
        <a:defRPr sz="1134" kern="1200">
          <a:solidFill>
            <a:schemeClr val="tx1"/>
          </a:solidFill>
          <a:latin typeface="+mn-lt"/>
          <a:ea typeface="+mn-ea"/>
          <a:cs typeface="+mn-cs"/>
        </a:defRPr>
      </a:lvl5pPr>
      <a:lvl6pPr marL="1439951" algn="l" defTabSz="575981" rtl="0" eaLnBrk="1" latinLnBrk="0" hangingPunct="1">
        <a:defRPr sz="1134" kern="1200">
          <a:solidFill>
            <a:schemeClr val="tx1"/>
          </a:solidFill>
          <a:latin typeface="+mn-lt"/>
          <a:ea typeface="+mn-ea"/>
          <a:cs typeface="+mn-cs"/>
        </a:defRPr>
      </a:lvl6pPr>
      <a:lvl7pPr marL="1727942" algn="l" defTabSz="575981" rtl="0" eaLnBrk="1" latinLnBrk="0" hangingPunct="1">
        <a:defRPr sz="1134" kern="1200">
          <a:solidFill>
            <a:schemeClr val="tx1"/>
          </a:solidFill>
          <a:latin typeface="+mn-lt"/>
          <a:ea typeface="+mn-ea"/>
          <a:cs typeface="+mn-cs"/>
        </a:defRPr>
      </a:lvl7pPr>
      <a:lvl8pPr marL="2015932" algn="l" defTabSz="575981" rtl="0" eaLnBrk="1" latinLnBrk="0" hangingPunct="1">
        <a:defRPr sz="1134" kern="1200">
          <a:solidFill>
            <a:schemeClr val="tx1"/>
          </a:solidFill>
          <a:latin typeface="+mn-lt"/>
          <a:ea typeface="+mn-ea"/>
          <a:cs typeface="+mn-cs"/>
        </a:defRPr>
      </a:lvl8pPr>
      <a:lvl9pPr marL="2303922" algn="l" defTabSz="575981" rtl="0" eaLnBrk="1" latinLnBrk="0" hangingPunct="1">
        <a:defRPr sz="113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80F005-7899-5463-4D3F-244EFA025CFB}"/>
              </a:ext>
            </a:extLst>
          </p:cNvPr>
          <p:cNvSpPr/>
          <p:nvPr/>
        </p:nvSpPr>
        <p:spPr>
          <a:xfrm>
            <a:off x="0" y="1"/>
            <a:ext cx="5773747" cy="28255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04F2B05A-8A6E-C231-A9D8-02B11AAFE86E}"/>
              </a:ext>
            </a:extLst>
          </p:cNvPr>
          <p:cNvSpPr/>
          <p:nvPr/>
        </p:nvSpPr>
        <p:spPr>
          <a:xfrm>
            <a:off x="-1" y="2743357"/>
            <a:ext cx="5773747" cy="373681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230055B-F156-2978-1731-1222841BE45B}"/>
              </a:ext>
            </a:extLst>
          </p:cNvPr>
          <p:cNvSpPr txBox="1"/>
          <p:nvPr/>
        </p:nvSpPr>
        <p:spPr>
          <a:xfrm>
            <a:off x="541655" y="113516"/>
            <a:ext cx="5276122" cy="2862322"/>
          </a:xfrm>
          <a:prstGeom prst="rect">
            <a:avLst/>
          </a:prstGeom>
          <a:noFill/>
        </p:spPr>
        <p:txBody>
          <a:bodyPr wrap="square" rtlCol="0">
            <a:spAutoFit/>
          </a:bodyPr>
          <a:lstStyle/>
          <a:p>
            <a:r>
              <a:rPr lang="en-SG" dirty="0">
                <a:latin typeface="Arial" panose="020B0604020202020204" pitchFamily="34" charset="0"/>
              </a:rPr>
              <a:t>Does this program have a bug? How to fix it?</a:t>
            </a:r>
            <a:endParaRPr lang="en-SG" b="1" dirty="0">
              <a:solidFill>
                <a:srgbClr val="C00000"/>
              </a:solidFill>
            </a:endParaRPr>
          </a:p>
          <a:p>
            <a:r>
              <a:rPr lang="en-SG" b="1" dirty="0">
                <a:solidFill>
                  <a:srgbClr val="C00000"/>
                </a:solidFill>
              </a:rPr>
              <a:t>def</a:t>
            </a:r>
            <a:r>
              <a:rPr lang="en-SG" dirty="0"/>
              <a:t> </a:t>
            </a:r>
            <a:r>
              <a:rPr lang="en-SG" dirty="0" err="1"/>
              <a:t>bucketsort</a:t>
            </a:r>
            <a:r>
              <a:rPr lang="en-SG" dirty="0">
                <a:solidFill>
                  <a:srgbClr val="000000"/>
                </a:solidFill>
              </a:rPr>
              <a:t>(</a:t>
            </a:r>
            <a:r>
              <a:rPr lang="en-SG" dirty="0" err="1">
                <a:latin typeface="Helvetica" pitchFamily="2" charset="0"/>
              </a:rPr>
              <a:t>arr</a:t>
            </a:r>
            <a:r>
              <a:rPr lang="en-SG" dirty="0"/>
              <a:t>, k </a:t>
            </a:r>
            <a:r>
              <a:rPr lang="en-SG" dirty="0">
                <a:solidFill>
                  <a:srgbClr val="000000"/>
                </a:solidFill>
              </a:rPr>
              <a:t>)</a:t>
            </a:r>
            <a:r>
              <a:rPr lang="en-SG" dirty="0"/>
              <a:t>: </a:t>
            </a:r>
          </a:p>
          <a:p>
            <a:pPr lvl="1"/>
            <a:r>
              <a:rPr lang="en-SG" dirty="0"/>
              <a:t>counts = </a:t>
            </a:r>
            <a:r>
              <a:rPr lang="en-SG" dirty="0">
                <a:solidFill>
                  <a:srgbClr val="000000"/>
                </a:solidFill>
              </a:rPr>
              <a:t>[</a:t>
            </a:r>
            <a:r>
              <a:rPr lang="en-SG" dirty="0">
                <a:solidFill>
                  <a:srgbClr val="C00000"/>
                </a:solidFill>
              </a:rPr>
              <a:t>0</a:t>
            </a:r>
            <a:r>
              <a:rPr lang="en-SG" dirty="0">
                <a:solidFill>
                  <a:srgbClr val="000000"/>
                </a:solidFill>
              </a:rPr>
              <a:t>]</a:t>
            </a:r>
            <a:r>
              <a:rPr lang="en-SG" dirty="0"/>
              <a:t> * k </a:t>
            </a:r>
          </a:p>
          <a:p>
            <a:pPr lvl="1"/>
            <a:r>
              <a:rPr lang="en-SG" b="1" dirty="0">
                <a:solidFill>
                  <a:srgbClr val="C00000"/>
                </a:solidFill>
              </a:rPr>
              <a:t>for</a:t>
            </a:r>
            <a:r>
              <a:rPr lang="en-SG" dirty="0"/>
              <a:t> x </a:t>
            </a:r>
            <a:r>
              <a:rPr lang="en-SG" b="1" dirty="0">
                <a:solidFill>
                  <a:srgbClr val="C00000"/>
                </a:solidFill>
              </a:rPr>
              <a:t>in</a:t>
            </a:r>
            <a:r>
              <a:rPr lang="en-SG" dirty="0"/>
              <a:t> </a:t>
            </a:r>
            <a:r>
              <a:rPr lang="en-SG" dirty="0" err="1">
                <a:latin typeface="Helvetica" pitchFamily="2" charset="0"/>
              </a:rPr>
              <a:t>arr</a:t>
            </a:r>
            <a:r>
              <a:rPr lang="en-SG" dirty="0"/>
              <a:t>: </a:t>
            </a:r>
          </a:p>
          <a:p>
            <a:pPr lvl="1"/>
            <a:r>
              <a:rPr lang="en-SG" dirty="0"/>
              <a:t>	counts</a:t>
            </a:r>
            <a:r>
              <a:rPr lang="en-SG" dirty="0">
                <a:solidFill>
                  <a:srgbClr val="000000"/>
                </a:solidFill>
              </a:rPr>
              <a:t>[</a:t>
            </a:r>
            <a:r>
              <a:rPr lang="en-SG" dirty="0"/>
              <a:t>x</a:t>
            </a:r>
            <a:r>
              <a:rPr lang="en-SG" dirty="0">
                <a:solidFill>
                  <a:srgbClr val="000000"/>
                </a:solidFill>
              </a:rPr>
              <a:t>]</a:t>
            </a:r>
            <a:r>
              <a:rPr lang="en-SG" dirty="0"/>
              <a:t> += </a:t>
            </a:r>
            <a:r>
              <a:rPr lang="en-SG" dirty="0">
                <a:solidFill>
                  <a:srgbClr val="C00000"/>
                </a:solidFill>
              </a:rPr>
              <a:t>1 </a:t>
            </a:r>
            <a:r>
              <a:rPr lang="en-SG" dirty="0"/>
              <a:t>  </a:t>
            </a:r>
          </a:p>
          <a:p>
            <a:pPr lvl="1"/>
            <a:r>
              <a:rPr lang="en-SG" dirty="0" err="1"/>
              <a:t>sorted_arr</a:t>
            </a:r>
            <a:r>
              <a:rPr lang="en-SG" dirty="0"/>
              <a:t> = </a:t>
            </a:r>
            <a:r>
              <a:rPr lang="en-SG" dirty="0">
                <a:solidFill>
                  <a:srgbClr val="000000"/>
                </a:solidFill>
              </a:rPr>
              <a:t>[]</a:t>
            </a:r>
            <a:r>
              <a:rPr lang="en-SG" dirty="0"/>
              <a:t> </a:t>
            </a:r>
          </a:p>
          <a:p>
            <a:pPr lvl="1"/>
            <a:r>
              <a:rPr lang="en-SG" b="1" dirty="0">
                <a:solidFill>
                  <a:srgbClr val="C00000"/>
                </a:solidFill>
              </a:rPr>
              <a:t>for</a:t>
            </a:r>
            <a:r>
              <a:rPr lang="en-SG" dirty="0"/>
              <a:t> </a:t>
            </a:r>
            <a:r>
              <a:rPr lang="en-SG" dirty="0" err="1"/>
              <a:t>i</a:t>
            </a:r>
            <a:r>
              <a:rPr lang="en-SG" dirty="0"/>
              <a:t>, count </a:t>
            </a:r>
            <a:r>
              <a:rPr lang="en-SG" b="1" dirty="0">
                <a:solidFill>
                  <a:srgbClr val="C00000"/>
                </a:solidFill>
              </a:rPr>
              <a:t>in</a:t>
            </a:r>
            <a:r>
              <a:rPr lang="en-SG" dirty="0"/>
              <a:t> enumerate</a:t>
            </a:r>
            <a:r>
              <a:rPr lang="en-SG" dirty="0">
                <a:solidFill>
                  <a:srgbClr val="000000"/>
                </a:solidFill>
              </a:rPr>
              <a:t>(</a:t>
            </a:r>
            <a:r>
              <a:rPr lang="en-SG" b="1" dirty="0" err="1">
                <a:solidFill>
                  <a:srgbClr val="000000"/>
                </a:solidFill>
                <a:highlight>
                  <a:srgbClr val="C0C0C0"/>
                </a:highlight>
              </a:rPr>
              <a:t>arr</a:t>
            </a:r>
            <a:r>
              <a:rPr lang="en-SG" dirty="0">
                <a:solidFill>
                  <a:srgbClr val="000000"/>
                </a:solidFill>
              </a:rPr>
              <a:t>)</a:t>
            </a:r>
            <a:r>
              <a:rPr lang="en-SG" dirty="0"/>
              <a:t>:</a:t>
            </a:r>
          </a:p>
          <a:p>
            <a:pPr lvl="1"/>
            <a:r>
              <a:rPr lang="en-SG" dirty="0"/>
              <a:t>	 </a:t>
            </a:r>
            <a:r>
              <a:rPr lang="en-SG" dirty="0" err="1"/>
              <a:t>sorted_arr.</a:t>
            </a:r>
            <a:r>
              <a:rPr lang="en-SG" dirty="0" err="1">
                <a:solidFill>
                  <a:srgbClr val="000000"/>
                </a:solidFill>
              </a:rPr>
              <a:t>extend</a:t>
            </a:r>
            <a:r>
              <a:rPr lang="en-SG" dirty="0">
                <a:solidFill>
                  <a:srgbClr val="000000"/>
                </a:solidFill>
              </a:rPr>
              <a:t>([</a:t>
            </a:r>
            <a:r>
              <a:rPr lang="en-SG" dirty="0" err="1"/>
              <a:t>i</a:t>
            </a:r>
            <a:r>
              <a:rPr lang="en-SG" dirty="0">
                <a:solidFill>
                  <a:srgbClr val="000000"/>
                </a:solidFill>
              </a:rPr>
              <a:t>]</a:t>
            </a:r>
            <a:r>
              <a:rPr lang="en-SG" dirty="0"/>
              <a:t> * count </a:t>
            </a:r>
            <a:r>
              <a:rPr lang="en-SG" dirty="0">
                <a:solidFill>
                  <a:srgbClr val="000000"/>
                </a:solidFill>
              </a:rPr>
              <a:t>)</a:t>
            </a:r>
            <a:r>
              <a:rPr lang="en-SG" dirty="0"/>
              <a:t>   </a:t>
            </a:r>
          </a:p>
          <a:p>
            <a:pPr lvl="1"/>
            <a:r>
              <a:rPr lang="en-SG" b="1" dirty="0">
                <a:solidFill>
                  <a:srgbClr val="C00000"/>
                </a:solidFill>
              </a:rPr>
              <a:t>return</a:t>
            </a:r>
            <a:r>
              <a:rPr lang="en-SG" dirty="0"/>
              <a:t> </a:t>
            </a:r>
            <a:r>
              <a:rPr lang="en-SG" dirty="0" err="1"/>
              <a:t>sorted_arr</a:t>
            </a:r>
            <a:r>
              <a:rPr lang="en-SG" dirty="0"/>
              <a:t>  </a:t>
            </a:r>
            <a:endParaRPr lang="en-US" dirty="0"/>
          </a:p>
          <a:p>
            <a:pPr algn="just"/>
            <a:endParaRPr lang="en-US" dirty="0"/>
          </a:p>
        </p:txBody>
      </p:sp>
      <p:sp>
        <p:nvSpPr>
          <p:cNvPr id="9" name="TextBox 8">
            <a:extLst>
              <a:ext uri="{FF2B5EF4-FFF2-40B4-BE49-F238E27FC236}">
                <a16:creationId xmlns:a16="http://schemas.microsoft.com/office/drawing/2014/main" id="{F9F7346D-CE4C-2355-8B25-70089978924F}"/>
              </a:ext>
            </a:extLst>
          </p:cNvPr>
          <p:cNvSpPr txBox="1"/>
          <p:nvPr/>
        </p:nvSpPr>
        <p:spPr>
          <a:xfrm>
            <a:off x="541655" y="2872840"/>
            <a:ext cx="5195946" cy="3785652"/>
          </a:xfrm>
          <a:prstGeom prst="rect">
            <a:avLst/>
          </a:prstGeom>
          <a:noFill/>
        </p:spPr>
        <p:txBody>
          <a:bodyPr wrap="square" rtlCol="0">
            <a:spAutoFit/>
          </a:bodyPr>
          <a:lstStyle/>
          <a:p>
            <a:pPr algn="just"/>
            <a:r>
              <a:rPr lang="en-SG" sz="1600" dirty="0">
                <a:latin typeface="Helvetica" pitchFamily="2" charset="0"/>
              </a:rPr>
              <a:t>Yes, this program has a bug. The bug is that the variable "counts" is not being used in the second for loop. To fix this bug, the variable "counts" should be used in the second for loop instead of "</a:t>
            </a:r>
            <a:r>
              <a:rPr lang="en-SG" sz="1600" dirty="0" err="1">
                <a:latin typeface="Helvetica" pitchFamily="2" charset="0"/>
              </a:rPr>
              <a:t>arr</a:t>
            </a:r>
            <a:r>
              <a:rPr lang="en-SG" sz="1600" dirty="0">
                <a:latin typeface="Helvetica" pitchFamily="2" charset="0"/>
              </a:rPr>
              <a:t>". The corrected code should look like this:</a:t>
            </a:r>
          </a:p>
          <a:p>
            <a:pPr algn="just"/>
            <a:endParaRPr lang="en-SG" sz="1600" dirty="0">
              <a:latin typeface="Helvetica" pitchFamily="2" charset="0"/>
            </a:endParaRPr>
          </a:p>
          <a:p>
            <a:pPr algn="just"/>
            <a:r>
              <a:rPr lang="en-SG" sz="1600" dirty="0">
                <a:solidFill>
                  <a:srgbClr val="C00000"/>
                </a:solidFill>
                <a:latin typeface="Helvetica" pitchFamily="2" charset="0"/>
              </a:rPr>
              <a:t>def</a:t>
            </a:r>
            <a:r>
              <a:rPr lang="en-SG" sz="1600" dirty="0">
                <a:latin typeface="Helvetica" pitchFamily="2" charset="0"/>
              </a:rPr>
              <a:t> </a:t>
            </a:r>
            <a:r>
              <a:rPr lang="en-SG" sz="1600" dirty="0" err="1">
                <a:latin typeface="Helvetica" pitchFamily="2" charset="0"/>
              </a:rPr>
              <a:t>bucketsort</a:t>
            </a:r>
            <a:r>
              <a:rPr lang="en-SG" sz="1600" dirty="0">
                <a:latin typeface="Helvetica" pitchFamily="2" charset="0"/>
              </a:rPr>
              <a:t>(</a:t>
            </a:r>
            <a:r>
              <a:rPr lang="en-SG" sz="1600" dirty="0" err="1">
                <a:latin typeface="Helvetica" pitchFamily="2" charset="0"/>
              </a:rPr>
              <a:t>arr</a:t>
            </a:r>
            <a:r>
              <a:rPr lang="en-SG" sz="1600" dirty="0">
                <a:latin typeface="Helvetica" pitchFamily="2" charset="0"/>
              </a:rPr>
              <a:t>, k):</a:t>
            </a:r>
          </a:p>
          <a:p>
            <a:pPr algn="just"/>
            <a:r>
              <a:rPr lang="en-SG" sz="1600" dirty="0">
                <a:latin typeface="Helvetica" pitchFamily="2" charset="0"/>
              </a:rPr>
              <a:t>    counts = [</a:t>
            </a:r>
            <a:r>
              <a:rPr lang="en-SG" sz="1600" dirty="0">
                <a:solidFill>
                  <a:srgbClr val="C00000"/>
                </a:solidFill>
                <a:latin typeface="Helvetica" pitchFamily="2" charset="0"/>
              </a:rPr>
              <a:t>0</a:t>
            </a:r>
            <a:r>
              <a:rPr lang="en-SG" sz="1600" dirty="0">
                <a:latin typeface="Helvetica" pitchFamily="2" charset="0"/>
              </a:rPr>
              <a:t>] * k</a:t>
            </a:r>
          </a:p>
          <a:p>
            <a:pPr algn="just"/>
            <a:r>
              <a:rPr lang="en-SG" sz="1600" dirty="0">
                <a:latin typeface="Helvetica" pitchFamily="2" charset="0"/>
              </a:rPr>
              <a:t>    </a:t>
            </a:r>
            <a:r>
              <a:rPr lang="en-SG" sz="1600" dirty="0">
                <a:solidFill>
                  <a:srgbClr val="C00000"/>
                </a:solidFill>
                <a:latin typeface="Helvetica" pitchFamily="2" charset="0"/>
              </a:rPr>
              <a:t>for</a:t>
            </a:r>
            <a:r>
              <a:rPr lang="en-SG" sz="1600" dirty="0">
                <a:latin typeface="Helvetica" pitchFamily="2" charset="0"/>
              </a:rPr>
              <a:t> x </a:t>
            </a:r>
            <a:r>
              <a:rPr lang="en-SG" sz="1600" dirty="0">
                <a:solidFill>
                  <a:srgbClr val="C00000"/>
                </a:solidFill>
                <a:latin typeface="Helvetica" pitchFamily="2" charset="0"/>
              </a:rPr>
              <a:t>in</a:t>
            </a:r>
            <a:r>
              <a:rPr lang="en-SG" sz="1600" dirty="0">
                <a:latin typeface="Helvetica" pitchFamily="2" charset="0"/>
              </a:rPr>
              <a:t> </a:t>
            </a:r>
            <a:r>
              <a:rPr lang="en-SG" sz="1600" dirty="0" err="1">
                <a:latin typeface="Helvetica" pitchFamily="2" charset="0"/>
              </a:rPr>
              <a:t>arr</a:t>
            </a:r>
            <a:r>
              <a:rPr lang="en-SG" sz="1600" dirty="0">
                <a:latin typeface="Helvetica" pitchFamily="2" charset="0"/>
              </a:rPr>
              <a:t>:</a:t>
            </a:r>
          </a:p>
          <a:p>
            <a:pPr algn="just"/>
            <a:r>
              <a:rPr lang="en-SG" sz="1600" dirty="0">
                <a:latin typeface="Helvetica" pitchFamily="2" charset="0"/>
              </a:rPr>
              <a:t>        counts[x] += </a:t>
            </a:r>
            <a:r>
              <a:rPr lang="en-SG" sz="1600" dirty="0">
                <a:solidFill>
                  <a:srgbClr val="C00000"/>
                </a:solidFill>
                <a:latin typeface="Helvetica" pitchFamily="2" charset="0"/>
              </a:rPr>
              <a:t>1</a:t>
            </a:r>
          </a:p>
          <a:p>
            <a:pPr algn="just"/>
            <a:r>
              <a:rPr lang="en-SG" sz="1600" dirty="0">
                <a:latin typeface="Helvetica" pitchFamily="2" charset="0"/>
              </a:rPr>
              <a:t>    </a:t>
            </a:r>
            <a:r>
              <a:rPr lang="en-SG" sz="1600" dirty="0" err="1">
                <a:latin typeface="Helvetica" pitchFamily="2" charset="0"/>
              </a:rPr>
              <a:t>sorted_arr</a:t>
            </a:r>
            <a:r>
              <a:rPr lang="en-SG" sz="1600" dirty="0">
                <a:latin typeface="Helvetica" pitchFamily="2" charset="0"/>
              </a:rPr>
              <a:t> = []</a:t>
            </a:r>
          </a:p>
          <a:p>
            <a:pPr algn="just"/>
            <a:r>
              <a:rPr lang="en-SG" sz="1600" dirty="0">
                <a:latin typeface="Helvetica" pitchFamily="2" charset="0"/>
              </a:rPr>
              <a:t>    </a:t>
            </a:r>
            <a:r>
              <a:rPr lang="en-SG" sz="1600" dirty="0">
                <a:solidFill>
                  <a:srgbClr val="C00000"/>
                </a:solidFill>
                <a:latin typeface="Helvetica" pitchFamily="2" charset="0"/>
              </a:rPr>
              <a:t>for</a:t>
            </a:r>
            <a:r>
              <a:rPr lang="en-SG" sz="1600" dirty="0">
                <a:latin typeface="Helvetica" pitchFamily="2" charset="0"/>
              </a:rPr>
              <a:t> </a:t>
            </a:r>
            <a:r>
              <a:rPr lang="en-SG" sz="1600" dirty="0" err="1">
                <a:latin typeface="Helvetica" pitchFamily="2" charset="0"/>
              </a:rPr>
              <a:t>i</a:t>
            </a:r>
            <a:r>
              <a:rPr lang="en-SG" sz="1600" dirty="0">
                <a:latin typeface="Helvetica" pitchFamily="2" charset="0"/>
              </a:rPr>
              <a:t>, count </a:t>
            </a:r>
            <a:r>
              <a:rPr lang="en-SG" sz="1600" dirty="0">
                <a:solidFill>
                  <a:srgbClr val="C00000"/>
                </a:solidFill>
                <a:latin typeface="Helvetica" pitchFamily="2" charset="0"/>
              </a:rPr>
              <a:t>in</a:t>
            </a:r>
            <a:r>
              <a:rPr lang="en-SG" sz="1600" dirty="0">
                <a:latin typeface="Helvetica" pitchFamily="2" charset="0"/>
              </a:rPr>
              <a:t> enumerate(</a:t>
            </a:r>
            <a:r>
              <a:rPr lang="en-SG" sz="1600" b="1" dirty="0">
                <a:highlight>
                  <a:srgbClr val="C0C0C0"/>
                </a:highlight>
                <a:latin typeface="Helvetica" pitchFamily="2" charset="0"/>
              </a:rPr>
              <a:t>counts</a:t>
            </a:r>
            <a:r>
              <a:rPr lang="en-SG" sz="1600" dirty="0">
                <a:latin typeface="Helvetica" pitchFamily="2" charset="0"/>
              </a:rPr>
              <a:t>):</a:t>
            </a:r>
          </a:p>
          <a:p>
            <a:pPr algn="just"/>
            <a:r>
              <a:rPr lang="en-SG" sz="1600" dirty="0">
                <a:latin typeface="Helvetica" pitchFamily="2" charset="0"/>
              </a:rPr>
              <a:t>        </a:t>
            </a:r>
            <a:r>
              <a:rPr lang="en-SG" sz="1600" dirty="0" err="1">
                <a:latin typeface="Helvetica" pitchFamily="2" charset="0"/>
              </a:rPr>
              <a:t>sorted_arr.extend</a:t>
            </a:r>
            <a:r>
              <a:rPr lang="en-SG" sz="1600" dirty="0">
                <a:latin typeface="Helvetica" pitchFamily="2" charset="0"/>
              </a:rPr>
              <a:t>([</a:t>
            </a:r>
            <a:r>
              <a:rPr lang="en-SG" sz="1600" dirty="0" err="1">
                <a:latin typeface="Helvetica" pitchFamily="2" charset="0"/>
              </a:rPr>
              <a:t>i</a:t>
            </a:r>
            <a:r>
              <a:rPr lang="en-SG" sz="1600" dirty="0">
                <a:latin typeface="Helvetica" pitchFamily="2" charset="0"/>
              </a:rPr>
              <a:t>] * count)</a:t>
            </a:r>
          </a:p>
          <a:p>
            <a:pPr algn="just"/>
            <a:r>
              <a:rPr lang="en-SG" sz="1600" dirty="0">
                <a:latin typeface="Helvetica" pitchFamily="2" charset="0"/>
              </a:rPr>
              <a:t>    </a:t>
            </a:r>
            <a:r>
              <a:rPr lang="en-SG" sz="1600" dirty="0">
                <a:solidFill>
                  <a:srgbClr val="C00000"/>
                </a:solidFill>
                <a:latin typeface="Helvetica" pitchFamily="2" charset="0"/>
              </a:rPr>
              <a:t>return</a:t>
            </a:r>
            <a:r>
              <a:rPr lang="en-SG" sz="1600" dirty="0">
                <a:latin typeface="Helvetica" pitchFamily="2" charset="0"/>
              </a:rPr>
              <a:t> </a:t>
            </a:r>
            <a:r>
              <a:rPr lang="en-SG" sz="1600" dirty="0" err="1">
                <a:latin typeface="Helvetica" pitchFamily="2" charset="0"/>
              </a:rPr>
              <a:t>sorted_arr</a:t>
            </a:r>
            <a:endParaRPr lang="en-SG" sz="1600" dirty="0">
              <a:latin typeface="Helvetica" pitchFamily="2" charset="0"/>
            </a:endParaRPr>
          </a:p>
          <a:p>
            <a:pPr algn="just"/>
            <a:endParaRPr lang="en-SG" sz="1600" dirty="0">
              <a:latin typeface="Helvetica" pitchFamily="2" charset="0"/>
            </a:endParaRPr>
          </a:p>
        </p:txBody>
      </p:sp>
      <p:pic>
        <p:nvPicPr>
          <p:cNvPr id="11" name="Picture 2">
            <a:extLst>
              <a:ext uri="{FF2B5EF4-FFF2-40B4-BE49-F238E27FC236}">
                <a16:creationId xmlns:a16="http://schemas.microsoft.com/office/drawing/2014/main" id="{F4819342-39FD-D439-39F0-3967509C8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37" y="2922487"/>
            <a:ext cx="381492" cy="381492"/>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Programmer male outline">
            <a:extLst>
              <a:ext uri="{FF2B5EF4-FFF2-40B4-BE49-F238E27FC236}">
                <a16:creationId xmlns:a16="http://schemas.microsoft.com/office/drawing/2014/main" id="{5BB7073D-5B0F-586E-1FE5-BA25582219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09109"/>
            <a:ext cx="501567" cy="501567"/>
          </a:xfrm>
          <a:prstGeom prst="rect">
            <a:avLst/>
          </a:prstGeom>
        </p:spPr>
      </p:pic>
    </p:spTree>
    <p:extLst>
      <p:ext uri="{BB962C8B-B14F-4D97-AF65-F5344CB8AC3E}">
        <p14:creationId xmlns:p14="http://schemas.microsoft.com/office/powerpoint/2010/main" val="9502405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1075</TotalTime>
  <Words>188</Words>
  <Application>Microsoft Macintosh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Helvetica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49</cp:revision>
  <dcterms:created xsi:type="dcterms:W3CDTF">2023-05-01T10:47:09Z</dcterms:created>
  <dcterms:modified xsi:type="dcterms:W3CDTF">2023-05-02T07:32:45Z</dcterms:modified>
</cp:coreProperties>
</file>