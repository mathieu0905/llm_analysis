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</p:sldIdLst>
  <p:sldSz cx="7920038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255"/>
  </p:normalViewPr>
  <p:slideViewPr>
    <p:cSldViewPr snapToGrid="0">
      <p:cViewPr varScale="1">
        <p:scale>
          <a:sx n="149" d="100"/>
          <a:sy n="149" d="100"/>
        </p:scale>
        <p:origin x="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942577"/>
            <a:ext cx="6732032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3025045"/>
            <a:ext cx="5940029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2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54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1435864"/>
            <a:ext cx="6831033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3854300"/>
            <a:ext cx="6831033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/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21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533187"/>
            <a:ext cx="3366016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533187"/>
            <a:ext cx="3366016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1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06639"/>
            <a:ext cx="6831033" cy="111322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411865"/>
            <a:ext cx="335054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2103799"/>
            <a:ext cx="3350547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1411865"/>
            <a:ext cx="336704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2103799"/>
            <a:ext cx="3367048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1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7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33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83963"/>
            <a:ext cx="2554418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829256"/>
            <a:ext cx="4009519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727835"/>
            <a:ext cx="2554418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60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83963"/>
            <a:ext cx="2554418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829256"/>
            <a:ext cx="4009519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727835"/>
            <a:ext cx="2554418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54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86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306637"/>
            <a:ext cx="1707758" cy="488086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306637"/>
            <a:ext cx="5024274" cy="488086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00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306639"/>
            <a:ext cx="6831033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533187"/>
            <a:ext cx="6831033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5338158"/>
            <a:ext cx="178200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36189-CD6B-B74E-B1C5-14513BCB932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5338158"/>
            <a:ext cx="2673013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5338158"/>
            <a:ext cx="178200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7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1">
            <a:extLst>
              <a:ext uri="{FF2B5EF4-FFF2-40B4-BE49-F238E27FC236}">
                <a16:creationId xmlns:a16="http://schemas.microsoft.com/office/drawing/2014/main" id="{2952CC6F-F230-58C4-796D-17D816D6B64F}"/>
              </a:ext>
            </a:extLst>
          </p:cNvPr>
          <p:cNvSpPr txBox="1"/>
          <p:nvPr/>
        </p:nvSpPr>
        <p:spPr>
          <a:xfrm>
            <a:off x="738489" y="2940917"/>
            <a:ext cx="36146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3200" b="1" dirty="0">
                <a:solidFill>
                  <a:srgbClr val="000066"/>
                </a:solidFill>
              </a:rPr>
              <a:t>function</a:t>
            </a:r>
            <a:r>
              <a:rPr lang="en-SG" sz="3200" dirty="0"/>
              <a:t> m1 (a, b){ </a:t>
            </a:r>
          </a:p>
          <a:p>
            <a:pPr algn="just"/>
            <a:r>
              <a:rPr lang="en-SG" sz="3200" b="1" dirty="0">
                <a:solidFill>
                  <a:srgbClr val="000066"/>
                </a:solidFill>
              </a:rPr>
              <a:t>	</a:t>
            </a:r>
            <a:r>
              <a:rPr lang="en-SG" sz="3200" b="1" dirty="0">
                <a:solidFill>
                  <a:srgbClr val="C00000"/>
                </a:solidFill>
              </a:rPr>
              <a:t>if</a:t>
            </a:r>
            <a:r>
              <a:rPr lang="en-SG" sz="3200" dirty="0"/>
              <a:t>( a &gt; b ){ </a:t>
            </a:r>
          </a:p>
          <a:p>
            <a:pPr algn="just"/>
            <a:r>
              <a:rPr lang="en-SG" sz="3200" b="1" dirty="0">
                <a:solidFill>
                  <a:srgbClr val="000066"/>
                </a:solidFill>
              </a:rPr>
              <a:t>		</a:t>
            </a:r>
            <a:r>
              <a:rPr lang="en-SG" sz="3200" b="1" dirty="0">
                <a:solidFill>
                  <a:srgbClr val="C00000"/>
                </a:solidFill>
              </a:rPr>
              <a:t>m2(a);</a:t>
            </a:r>
            <a:endParaRPr lang="en-SG" sz="3200" dirty="0"/>
          </a:p>
          <a:p>
            <a:pPr algn="just"/>
            <a:r>
              <a:rPr lang="en-SG" sz="3200" dirty="0"/>
              <a:t>	} </a:t>
            </a:r>
          </a:p>
          <a:p>
            <a:pPr algn="just"/>
            <a:r>
              <a:rPr lang="en-SG" sz="3200" dirty="0"/>
              <a:t>}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26FCD-2028-A9A1-2545-E7B420559C3C}"/>
              </a:ext>
            </a:extLst>
          </p:cNvPr>
          <p:cNvSpPr txBox="1"/>
          <p:nvPr/>
        </p:nvSpPr>
        <p:spPr>
          <a:xfrm>
            <a:off x="792489" y="386370"/>
            <a:ext cx="525331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3200" b="1" dirty="0">
                <a:solidFill>
                  <a:srgbClr val="000066"/>
                </a:solidFill>
              </a:rPr>
              <a:t>function</a:t>
            </a:r>
            <a:r>
              <a:rPr lang="en-SG" sz="3200" dirty="0"/>
              <a:t> m2 (a){ </a:t>
            </a:r>
          </a:p>
          <a:p>
            <a:pPr algn="just"/>
            <a:r>
              <a:rPr lang="en-SG" sz="3200" b="1" dirty="0">
                <a:solidFill>
                  <a:srgbClr val="000066"/>
                </a:solidFill>
              </a:rPr>
              <a:t>	</a:t>
            </a:r>
            <a:r>
              <a:rPr lang="en-SG" sz="3200" b="1" dirty="0">
                <a:solidFill>
                  <a:srgbClr val="C00000"/>
                </a:solidFill>
              </a:rPr>
              <a:t>if</a:t>
            </a:r>
            <a:r>
              <a:rPr lang="en-SG" sz="3200" dirty="0"/>
              <a:t>( a &lt; 0 ){ </a:t>
            </a:r>
          </a:p>
          <a:p>
            <a:pPr algn="just"/>
            <a:r>
              <a:rPr lang="en-SG" sz="3200" b="1" dirty="0">
                <a:solidFill>
                  <a:srgbClr val="000066"/>
                </a:solidFill>
              </a:rPr>
              <a:t>		</a:t>
            </a:r>
            <a:r>
              <a:rPr lang="en-SG" sz="3200" b="1" dirty="0">
                <a:solidFill>
                  <a:srgbClr val="C00000"/>
                </a:solidFill>
              </a:rPr>
              <a:t>m2(a+1);</a:t>
            </a:r>
            <a:endParaRPr lang="en-SG" sz="3200" dirty="0"/>
          </a:p>
          <a:p>
            <a:pPr algn="just"/>
            <a:r>
              <a:rPr lang="en-SG" sz="3200" dirty="0"/>
              <a:t>	} </a:t>
            </a:r>
          </a:p>
          <a:p>
            <a:pPr algn="just"/>
            <a:r>
              <a:rPr lang="en-SG" sz="3200" dirty="0"/>
              <a:t>}</a:t>
            </a:r>
            <a:endParaRPr lang="en-US" sz="3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C59EA5D-C59A-D735-5EF4-748A3860E6AA}"/>
              </a:ext>
            </a:extLst>
          </p:cNvPr>
          <p:cNvGrpSpPr/>
          <p:nvPr/>
        </p:nvGrpSpPr>
        <p:grpSpPr>
          <a:xfrm>
            <a:off x="6307912" y="1337172"/>
            <a:ext cx="902703" cy="724475"/>
            <a:chOff x="9144000" y="1053525"/>
            <a:chExt cx="902703" cy="724475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17D32ECA-524D-A11C-E395-9FDF2F922F38}"/>
                </a:ext>
              </a:extLst>
            </p:cNvPr>
            <p:cNvSpPr/>
            <p:nvPr/>
          </p:nvSpPr>
          <p:spPr>
            <a:xfrm>
              <a:off x="9144000" y="1053525"/>
              <a:ext cx="711200" cy="724475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58F3FEB-83DA-AAF5-1840-3019A2D7B314}"/>
                </a:ext>
              </a:extLst>
            </p:cNvPr>
            <p:cNvSpPr txBox="1"/>
            <p:nvPr/>
          </p:nvSpPr>
          <p:spPr>
            <a:xfrm>
              <a:off x="9144000" y="1123374"/>
              <a:ext cx="9027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m1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DE5C285-69DE-AE08-44EF-3091C80D9F6E}"/>
              </a:ext>
            </a:extLst>
          </p:cNvPr>
          <p:cNvGrpSpPr/>
          <p:nvPr/>
        </p:nvGrpSpPr>
        <p:grpSpPr>
          <a:xfrm>
            <a:off x="6307913" y="2940915"/>
            <a:ext cx="902703" cy="724475"/>
            <a:chOff x="9144000" y="1053525"/>
            <a:chExt cx="902703" cy="724475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9B599A71-7EA5-F37B-D6F9-02FED981E456}"/>
                </a:ext>
              </a:extLst>
            </p:cNvPr>
            <p:cNvSpPr/>
            <p:nvPr/>
          </p:nvSpPr>
          <p:spPr>
            <a:xfrm>
              <a:off x="9144000" y="1053525"/>
              <a:ext cx="711200" cy="724475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B5CE3AB-CF3D-5D69-C876-D32DA05F1AD3}"/>
                </a:ext>
              </a:extLst>
            </p:cNvPr>
            <p:cNvSpPr txBox="1"/>
            <p:nvPr/>
          </p:nvSpPr>
          <p:spPr>
            <a:xfrm>
              <a:off x="9144000" y="1123374"/>
              <a:ext cx="9027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m2</a:t>
              </a:r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FAB8DAB-FB1C-94D7-2361-86C1A19E800B}"/>
              </a:ext>
            </a:extLst>
          </p:cNvPr>
          <p:cNvCxnSpPr>
            <a:cxnSpLocks/>
            <a:stCxn id="8" idx="2"/>
            <a:endCxn id="31" idx="0"/>
          </p:cNvCxnSpPr>
          <p:nvPr/>
        </p:nvCxnSpPr>
        <p:spPr>
          <a:xfrm>
            <a:off x="6663512" y="2061644"/>
            <a:ext cx="1" cy="879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65F4F282-CC63-E340-6ECB-E77225D3DA33}"/>
              </a:ext>
            </a:extLst>
          </p:cNvPr>
          <p:cNvCxnSpPr>
            <a:cxnSpLocks/>
            <a:endCxn id="33" idx="1"/>
          </p:cNvCxnSpPr>
          <p:nvPr/>
        </p:nvCxnSpPr>
        <p:spPr>
          <a:xfrm rot="16200000" flipV="1">
            <a:off x="6304595" y="3306468"/>
            <a:ext cx="362237" cy="355600"/>
          </a:xfrm>
          <a:prstGeom prst="curvedConnector4">
            <a:avLst>
              <a:gd name="adj1" fmla="val -139949"/>
              <a:gd name="adj2" fmla="val 326191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Arrow 56">
            <a:extLst>
              <a:ext uri="{FF2B5EF4-FFF2-40B4-BE49-F238E27FC236}">
                <a16:creationId xmlns:a16="http://schemas.microsoft.com/office/drawing/2014/main" id="{7BB45F17-976E-A766-A83B-AC9BF0E5350B}"/>
              </a:ext>
            </a:extLst>
          </p:cNvPr>
          <p:cNvSpPr/>
          <p:nvPr/>
        </p:nvSpPr>
        <p:spPr>
          <a:xfrm>
            <a:off x="4340980" y="2370070"/>
            <a:ext cx="1153965" cy="417215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88E1B8-F60C-95F7-29C5-690AE98F879C}"/>
              </a:ext>
            </a:extLst>
          </p:cNvPr>
          <p:cNvSpPr txBox="1"/>
          <p:nvPr/>
        </p:nvSpPr>
        <p:spPr>
          <a:xfrm>
            <a:off x="4272898" y="2787283"/>
            <a:ext cx="1085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build</a:t>
            </a:r>
          </a:p>
        </p:txBody>
      </p:sp>
    </p:spTree>
    <p:extLst>
      <p:ext uri="{BB962C8B-B14F-4D97-AF65-F5344CB8AC3E}">
        <p14:creationId xmlns:p14="http://schemas.microsoft.com/office/powerpoint/2010/main" val="135449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1329</TotalTime>
  <Words>49</Words>
  <Application>Microsoft Macintosh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47</cp:revision>
  <dcterms:created xsi:type="dcterms:W3CDTF">2023-04-04T10:49:23Z</dcterms:created>
  <dcterms:modified xsi:type="dcterms:W3CDTF">2023-05-02T14:27:22Z</dcterms:modified>
</cp:coreProperties>
</file>