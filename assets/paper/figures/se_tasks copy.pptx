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sldIdLst>
    <p:sldId id="257" r:id="rId2"/>
    <p:sldId id="258" r:id="rId3"/>
  </p:sldIdLst>
  <p:sldSz cx="21599525" cy="64801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97"/>
    <p:restoredTop sz="96255"/>
  </p:normalViewPr>
  <p:slideViewPr>
    <p:cSldViewPr snapToGrid="0">
      <p:cViewPr varScale="1">
        <p:scale>
          <a:sx n="69" d="100"/>
          <a:sy n="69" d="100"/>
        </p:scale>
        <p:origin x="224" y="1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9941" y="1060529"/>
            <a:ext cx="16199644" cy="2256061"/>
          </a:xfrm>
        </p:spPr>
        <p:txBody>
          <a:bodyPr anchor="b"/>
          <a:lstStyle>
            <a:lvl1pPr algn="ctr">
              <a:defRPr sz="566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9941" y="3403592"/>
            <a:ext cx="16199644" cy="1564542"/>
          </a:xfrm>
        </p:spPr>
        <p:txBody>
          <a:bodyPr/>
          <a:lstStyle>
            <a:lvl1pPr marL="0" indent="0" algn="ctr">
              <a:buNone/>
              <a:defRPr sz="2268"/>
            </a:lvl1pPr>
            <a:lvl2pPr marL="432008" indent="0" algn="ctr">
              <a:buNone/>
              <a:defRPr sz="1890"/>
            </a:lvl2pPr>
            <a:lvl3pPr marL="864017" indent="0" algn="ctr">
              <a:buNone/>
              <a:defRPr sz="1701"/>
            </a:lvl3pPr>
            <a:lvl4pPr marL="1296025" indent="0" algn="ctr">
              <a:buNone/>
              <a:defRPr sz="1512"/>
            </a:lvl4pPr>
            <a:lvl5pPr marL="1728033" indent="0" algn="ctr">
              <a:buNone/>
              <a:defRPr sz="1512"/>
            </a:lvl5pPr>
            <a:lvl6pPr marL="2160041" indent="0" algn="ctr">
              <a:buNone/>
              <a:defRPr sz="1512"/>
            </a:lvl6pPr>
            <a:lvl7pPr marL="2592050" indent="0" algn="ctr">
              <a:buNone/>
              <a:defRPr sz="1512"/>
            </a:lvl7pPr>
            <a:lvl8pPr marL="3024058" indent="0" algn="ctr">
              <a:buNone/>
              <a:defRPr sz="1512"/>
            </a:lvl8pPr>
            <a:lvl9pPr marL="3456066" indent="0" algn="ctr">
              <a:buNone/>
              <a:defRPr sz="1512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E6FCA-6C35-9E42-9E40-2D798F1D0B3F}" type="datetimeFigureOut">
              <a:rPr lang="en-US" smtClean="0"/>
              <a:t>5/2/23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492A2-2583-554B-B953-37C4E284C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5509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E6FCA-6C35-9E42-9E40-2D798F1D0B3F}" type="datetimeFigureOut">
              <a:rPr lang="en-US" smtClean="0"/>
              <a:t>5/2/23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492A2-2583-554B-B953-37C4E284C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674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718" y="1615545"/>
            <a:ext cx="18629590" cy="2695572"/>
          </a:xfrm>
        </p:spPr>
        <p:txBody>
          <a:bodyPr anchor="b"/>
          <a:lstStyle>
            <a:lvl1pPr>
              <a:defRPr sz="566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3718" y="4336618"/>
            <a:ext cx="18629590" cy="1417538"/>
          </a:xfrm>
        </p:spPr>
        <p:txBody>
          <a:bodyPr/>
          <a:lstStyle>
            <a:lvl1pPr marL="0" indent="0">
              <a:buNone/>
              <a:defRPr sz="2268">
                <a:solidFill>
                  <a:schemeClr val="tx1">
                    <a:tint val="75000"/>
                  </a:schemeClr>
                </a:solidFill>
              </a:defRPr>
            </a:lvl1pPr>
            <a:lvl2pPr marL="432008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2pPr>
            <a:lvl3pPr marL="864017" indent="0">
              <a:buNone/>
              <a:defRPr sz="1701">
                <a:solidFill>
                  <a:schemeClr val="tx1">
                    <a:tint val="75000"/>
                  </a:schemeClr>
                </a:solidFill>
              </a:defRPr>
            </a:lvl3pPr>
            <a:lvl4pPr marL="1296025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4pPr>
            <a:lvl5pPr marL="1728033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5pPr>
            <a:lvl6pPr marL="2160041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6pPr>
            <a:lvl7pPr marL="2592050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7pPr>
            <a:lvl8pPr marL="3024058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8pPr>
            <a:lvl9pPr marL="3456066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E6FCA-6C35-9E42-9E40-2D798F1D0B3F}" type="datetimeFigureOut">
              <a:rPr lang="en-US" smtClean="0"/>
              <a:t>5/2/23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492A2-2583-554B-B953-37C4E284C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456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967" y="1725046"/>
            <a:ext cx="9179798" cy="41116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34760" y="1725046"/>
            <a:ext cx="9179798" cy="41116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E6FCA-6C35-9E42-9E40-2D798F1D0B3F}" type="datetimeFigureOut">
              <a:rPr lang="en-US" smtClean="0"/>
              <a:t>5/2/23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492A2-2583-554B-B953-37C4E284C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367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345010"/>
            <a:ext cx="18629590" cy="125253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7781" y="1588543"/>
            <a:ext cx="9137611" cy="778521"/>
          </a:xfrm>
        </p:spPr>
        <p:txBody>
          <a:bodyPr anchor="b"/>
          <a:lstStyle>
            <a:lvl1pPr marL="0" indent="0">
              <a:buNone/>
              <a:defRPr sz="2268" b="1"/>
            </a:lvl1pPr>
            <a:lvl2pPr marL="432008" indent="0">
              <a:buNone/>
              <a:defRPr sz="1890" b="1"/>
            </a:lvl2pPr>
            <a:lvl3pPr marL="864017" indent="0">
              <a:buNone/>
              <a:defRPr sz="1701" b="1"/>
            </a:lvl3pPr>
            <a:lvl4pPr marL="1296025" indent="0">
              <a:buNone/>
              <a:defRPr sz="1512" b="1"/>
            </a:lvl4pPr>
            <a:lvl5pPr marL="1728033" indent="0">
              <a:buNone/>
              <a:defRPr sz="1512" b="1"/>
            </a:lvl5pPr>
            <a:lvl6pPr marL="2160041" indent="0">
              <a:buNone/>
              <a:defRPr sz="1512" b="1"/>
            </a:lvl6pPr>
            <a:lvl7pPr marL="2592050" indent="0">
              <a:buNone/>
              <a:defRPr sz="1512" b="1"/>
            </a:lvl7pPr>
            <a:lvl8pPr marL="3024058" indent="0">
              <a:buNone/>
              <a:defRPr sz="1512" b="1"/>
            </a:lvl8pPr>
            <a:lvl9pPr marL="3456066" indent="0">
              <a:buNone/>
              <a:defRPr sz="1512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7781" y="2367064"/>
            <a:ext cx="9137611" cy="348159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34760" y="1588543"/>
            <a:ext cx="9182611" cy="778521"/>
          </a:xfrm>
        </p:spPr>
        <p:txBody>
          <a:bodyPr anchor="b"/>
          <a:lstStyle>
            <a:lvl1pPr marL="0" indent="0">
              <a:buNone/>
              <a:defRPr sz="2268" b="1"/>
            </a:lvl1pPr>
            <a:lvl2pPr marL="432008" indent="0">
              <a:buNone/>
              <a:defRPr sz="1890" b="1"/>
            </a:lvl2pPr>
            <a:lvl3pPr marL="864017" indent="0">
              <a:buNone/>
              <a:defRPr sz="1701" b="1"/>
            </a:lvl3pPr>
            <a:lvl4pPr marL="1296025" indent="0">
              <a:buNone/>
              <a:defRPr sz="1512" b="1"/>
            </a:lvl4pPr>
            <a:lvl5pPr marL="1728033" indent="0">
              <a:buNone/>
              <a:defRPr sz="1512" b="1"/>
            </a:lvl5pPr>
            <a:lvl6pPr marL="2160041" indent="0">
              <a:buNone/>
              <a:defRPr sz="1512" b="1"/>
            </a:lvl6pPr>
            <a:lvl7pPr marL="2592050" indent="0">
              <a:buNone/>
              <a:defRPr sz="1512" b="1"/>
            </a:lvl7pPr>
            <a:lvl8pPr marL="3024058" indent="0">
              <a:buNone/>
              <a:defRPr sz="1512" b="1"/>
            </a:lvl8pPr>
            <a:lvl9pPr marL="3456066" indent="0">
              <a:buNone/>
              <a:defRPr sz="1512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34760" y="2367064"/>
            <a:ext cx="9182611" cy="348159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E6FCA-6C35-9E42-9E40-2D798F1D0B3F}" type="datetimeFigureOut">
              <a:rPr lang="en-US" smtClean="0"/>
              <a:t>5/2/23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492A2-2583-554B-B953-37C4E284C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572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E6FCA-6C35-9E42-9E40-2D798F1D0B3F}" type="datetimeFigureOut">
              <a:rPr lang="en-US" smtClean="0"/>
              <a:t>5/2/23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492A2-2583-554B-B953-37C4E284C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102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E6FCA-6C35-9E42-9E40-2D798F1D0B3F}" type="datetimeFigureOut">
              <a:rPr lang="en-US" smtClean="0"/>
              <a:t>5/2/23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492A2-2583-554B-B953-37C4E284C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111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2" y="432012"/>
            <a:ext cx="6966408" cy="1512041"/>
          </a:xfrm>
        </p:spPr>
        <p:txBody>
          <a:bodyPr anchor="b"/>
          <a:lstStyle>
            <a:lvl1pPr>
              <a:defRPr sz="302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82611" y="933026"/>
            <a:ext cx="10934760" cy="4605124"/>
          </a:xfrm>
        </p:spPr>
        <p:txBody>
          <a:bodyPr/>
          <a:lstStyle>
            <a:lvl1pPr>
              <a:defRPr sz="3024"/>
            </a:lvl1pPr>
            <a:lvl2pPr>
              <a:defRPr sz="2646"/>
            </a:lvl2pPr>
            <a:lvl3pPr>
              <a:defRPr sz="2268"/>
            </a:lvl3pPr>
            <a:lvl4pPr>
              <a:defRPr sz="1890"/>
            </a:lvl4pPr>
            <a:lvl5pPr>
              <a:defRPr sz="1890"/>
            </a:lvl5pPr>
            <a:lvl6pPr>
              <a:defRPr sz="1890"/>
            </a:lvl6pPr>
            <a:lvl7pPr>
              <a:defRPr sz="1890"/>
            </a:lvl7pPr>
            <a:lvl8pPr>
              <a:defRPr sz="1890"/>
            </a:lvl8pPr>
            <a:lvl9pPr>
              <a:defRPr sz="189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2" y="1944052"/>
            <a:ext cx="6966408" cy="3601598"/>
          </a:xfrm>
        </p:spPr>
        <p:txBody>
          <a:bodyPr/>
          <a:lstStyle>
            <a:lvl1pPr marL="0" indent="0">
              <a:buNone/>
              <a:defRPr sz="1512"/>
            </a:lvl1pPr>
            <a:lvl2pPr marL="432008" indent="0">
              <a:buNone/>
              <a:defRPr sz="1323"/>
            </a:lvl2pPr>
            <a:lvl3pPr marL="864017" indent="0">
              <a:buNone/>
              <a:defRPr sz="1134"/>
            </a:lvl3pPr>
            <a:lvl4pPr marL="1296025" indent="0">
              <a:buNone/>
              <a:defRPr sz="945"/>
            </a:lvl4pPr>
            <a:lvl5pPr marL="1728033" indent="0">
              <a:buNone/>
              <a:defRPr sz="945"/>
            </a:lvl5pPr>
            <a:lvl6pPr marL="2160041" indent="0">
              <a:buNone/>
              <a:defRPr sz="945"/>
            </a:lvl6pPr>
            <a:lvl7pPr marL="2592050" indent="0">
              <a:buNone/>
              <a:defRPr sz="945"/>
            </a:lvl7pPr>
            <a:lvl8pPr marL="3024058" indent="0">
              <a:buNone/>
              <a:defRPr sz="945"/>
            </a:lvl8pPr>
            <a:lvl9pPr marL="3456066" indent="0">
              <a:buNone/>
              <a:defRPr sz="94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E6FCA-6C35-9E42-9E40-2D798F1D0B3F}" type="datetimeFigureOut">
              <a:rPr lang="en-US" smtClean="0"/>
              <a:t>5/2/23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492A2-2583-554B-B953-37C4E284C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550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2" y="432012"/>
            <a:ext cx="6966408" cy="1512041"/>
          </a:xfrm>
        </p:spPr>
        <p:txBody>
          <a:bodyPr anchor="b"/>
          <a:lstStyle>
            <a:lvl1pPr>
              <a:defRPr sz="302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82611" y="933026"/>
            <a:ext cx="10934760" cy="4605124"/>
          </a:xfrm>
        </p:spPr>
        <p:txBody>
          <a:bodyPr anchor="t"/>
          <a:lstStyle>
            <a:lvl1pPr marL="0" indent="0">
              <a:buNone/>
              <a:defRPr sz="3024"/>
            </a:lvl1pPr>
            <a:lvl2pPr marL="432008" indent="0">
              <a:buNone/>
              <a:defRPr sz="2646"/>
            </a:lvl2pPr>
            <a:lvl3pPr marL="864017" indent="0">
              <a:buNone/>
              <a:defRPr sz="2268"/>
            </a:lvl3pPr>
            <a:lvl4pPr marL="1296025" indent="0">
              <a:buNone/>
              <a:defRPr sz="1890"/>
            </a:lvl4pPr>
            <a:lvl5pPr marL="1728033" indent="0">
              <a:buNone/>
              <a:defRPr sz="1890"/>
            </a:lvl5pPr>
            <a:lvl6pPr marL="2160041" indent="0">
              <a:buNone/>
              <a:defRPr sz="1890"/>
            </a:lvl6pPr>
            <a:lvl7pPr marL="2592050" indent="0">
              <a:buNone/>
              <a:defRPr sz="1890"/>
            </a:lvl7pPr>
            <a:lvl8pPr marL="3024058" indent="0">
              <a:buNone/>
              <a:defRPr sz="1890"/>
            </a:lvl8pPr>
            <a:lvl9pPr marL="3456066" indent="0">
              <a:buNone/>
              <a:defRPr sz="189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2" y="1944052"/>
            <a:ext cx="6966408" cy="3601598"/>
          </a:xfrm>
        </p:spPr>
        <p:txBody>
          <a:bodyPr/>
          <a:lstStyle>
            <a:lvl1pPr marL="0" indent="0">
              <a:buNone/>
              <a:defRPr sz="1512"/>
            </a:lvl1pPr>
            <a:lvl2pPr marL="432008" indent="0">
              <a:buNone/>
              <a:defRPr sz="1323"/>
            </a:lvl2pPr>
            <a:lvl3pPr marL="864017" indent="0">
              <a:buNone/>
              <a:defRPr sz="1134"/>
            </a:lvl3pPr>
            <a:lvl4pPr marL="1296025" indent="0">
              <a:buNone/>
              <a:defRPr sz="945"/>
            </a:lvl4pPr>
            <a:lvl5pPr marL="1728033" indent="0">
              <a:buNone/>
              <a:defRPr sz="945"/>
            </a:lvl5pPr>
            <a:lvl6pPr marL="2160041" indent="0">
              <a:buNone/>
              <a:defRPr sz="945"/>
            </a:lvl6pPr>
            <a:lvl7pPr marL="2592050" indent="0">
              <a:buNone/>
              <a:defRPr sz="945"/>
            </a:lvl7pPr>
            <a:lvl8pPr marL="3024058" indent="0">
              <a:buNone/>
              <a:defRPr sz="945"/>
            </a:lvl8pPr>
            <a:lvl9pPr marL="3456066" indent="0">
              <a:buNone/>
              <a:defRPr sz="94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E6FCA-6C35-9E42-9E40-2D798F1D0B3F}" type="datetimeFigureOut">
              <a:rPr lang="en-US" smtClean="0"/>
              <a:t>5/2/23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492A2-2583-554B-B953-37C4E284C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485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E6FCA-6C35-9E42-9E40-2D798F1D0B3F}" type="datetimeFigureOut">
              <a:rPr lang="en-US" smtClean="0"/>
              <a:t>5/2/23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492A2-2583-554B-B953-37C4E284C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263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457160" y="345009"/>
            <a:ext cx="4657398" cy="5491649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967" y="345009"/>
            <a:ext cx="13702199" cy="549164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E6FCA-6C35-9E42-9E40-2D798F1D0B3F}" type="datetimeFigureOut">
              <a:rPr lang="en-US" smtClean="0"/>
              <a:t>5/2/23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492A2-2583-554B-B953-37C4E284C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860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968" y="345010"/>
            <a:ext cx="18629590" cy="1252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968" y="1725046"/>
            <a:ext cx="18629590" cy="41116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84967" y="6006163"/>
            <a:ext cx="4859893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4E6FCA-6C35-9E42-9E40-2D798F1D0B3F}" type="datetimeFigureOut">
              <a:rPr lang="en-US" smtClean="0"/>
              <a:t>5/2/23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54843" y="6006163"/>
            <a:ext cx="7289840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54665" y="6006163"/>
            <a:ext cx="4859893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F492A2-2583-554B-B953-37C4E284C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382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864017" rtl="0" eaLnBrk="1" latinLnBrk="0" hangingPunct="1">
        <a:lnSpc>
          <a:spcPct val="90000"/>
        </a:lnSpc>
        <a:spcBef>
          <a:spcPct val="0"/>
        </a:spcBef>
        <a:buNone/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004" indent="-216004" algn="l" defTabSz="864017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1pPr>
      <a:lvl2pPr marL="648012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.png"/><Relationship Id="rId7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3889F5D-B63E-6B45-FEAD-E3511CC77A3C}"/>
              </a:ext>
            </a:extLst>
          </p:cNvPr>
          <p:cNvSpPr/>
          <p:nvPr/>
        </p:nvSpPr>
        <p:spPr>
          <a:xfrm>
            <a:off x="6877472" y="3656648"/>
            <a:ext cx="1778000" cy="640080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Software Engineering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3609858-D6BE-7893-1490-8ED3E06EB0FE}"/>
              </a:ext>
            </a:extLst>
          </p:cNvPr>
          <p:cNvSpPr/>
          <p:nvPr/>
        </p:nvSpPr>
        <p:spPr>
          <a:xfrm>
            <a:off x="9864512" y="847407"/>
            <a:ext cx="2265680" cy="629920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Syntax Understanding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85812E4-D1C8-26F3-7AC1-F957E224F147}"/>
              </a:ext>
            </a:extLst>
          </p:cNvPr>
          <p:cNvSpPr/>
          <p:nvPr/>
        </p:nvSpPr>
        <p:spPr>
          <a:xfrm>
            <a:off x="9864514" y="2900527"/>
            <a:ext cx="2265679" cy="629920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Static Understanding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7BF3EC5-4B1F-2DB5-2194-510B8AF27B32}"/>
              </a:ext>
            </a:extLst>
          </p:cNvPr>
          <p:cNvSpPr/>
          <p:nvPr/>
        </p:nvSpPr>
        <p:spPr>
          <a:xfrm>
            <a:off x="9864512" y="5084127"/>
            <a:ext cx="2265678" cy="629920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Dynamic Understanding </a:t>
            </a:r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2ED63E03-2D75-33C3-5031-80082B781661}"/>
              </a:ext>
            </a:extLst>
          </p:cNvPr>
          <p:cNvSpPr/>
          <p:nvPr/>
        </p:nvSpPr>
        <p:spPr>
          <a:xfrm>
            <a:off x="8962947" y="355447"/>
            <a:ext cx="985520" cy="5720080"/>
          </a:xfrm>
          <a:prstGeom prst="leftBrac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B4A051E4-747F-2BBF-04BC-0CE45E629308}"/>
              </a:ext>
            </a:extLst>
          </p:cNvPr>
          <p:cNvSpPr/>
          <p:nvPr/>
        </p:nvSpPr>
        <p:spPr>
          <a:xfrm>
            <a:off x="12471160" y="2030927"/>
            <a:ext cx="238152" cy="2329167"/>
          </a:xfrm>
          <a:prstGeom prst="leftBrace">
            <a:avLst/>
          </a:prstGeom>
          <a:noFill/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B2B22B11-6157-0C7B-2707-6850A417C437}"/>
              </a:ext>
            </a:extLst>
          </p:cNvPr>
          <p:cNvSpPr/>
          <p:nvPr/>
        </p:nvSpPr>
        <p:spPr>
          <a:xfrm>
            <a:off x="12417820" y="4716381"/>
            <a:ext cx="291492" cy="1438407"/>
          </a:xfrm>
          <a:prstGeom prst="leftBrac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43B4986-B01E-A83B-3FDA-C9E164717CD6}"/>
              </a:ext>
            </a:extLst>
          </p:cNvPr>
          <p:cNvSpPr/>
          <p:nvPr/>
        </p:nvSpPr>
        <p:spPr>
          <a:xfrm>
            <a:off x="13148197" y="430852"/>
            <a:ext cx="1168400" cy="597373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Expression Matching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5ABA663-27E5-8629-422D-1E9A4CA6C172}"/>
              </a:ext>
            </a:extLst>
          </p:cNvPr>
          <p:cNvSpPr/>
          <p:nvPr/>
        </p:nvSpPr>
        <p:spPr>
          <a:xfrm>
            <a:off x="13148197" y="1201975"/>
            <a:ext cx="1168400" cy="436880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AST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DBD5E11-E709-AD9D-17BC-03E73F00A2E3}"/>
              </a:ext>
            </a:extLst>
          </p:cNvPr>
          <p:cNvSpPr/>
          <p:nvPr/>
        </p:nvSpPr>
        <p:spPr>
          <a:xfrm>
            <a:off x="13250332" y="4026079"/>
            <a:ext cx="1168400" cy="436880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CFG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ED9531FD-3F37-A248-959B-0314C6C0921D}"/>
              </a:ext>
            </a:extLst>
          </p:cNvPr>
          <p:cNvSpPr/>
          <p:nvPr/>
        </p:nvSpPr>
        <p:spPr>
          <a:xfrm>
            <a:off x="13237632" y="3023247"/>
            <a:ext cx="1168400" cy="436880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Data Dep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FDC6A1EF-5D3D-3383-9A9F-406462C240D3}"/>
              </a:ext>
            </a:extLst>
          </p:cNvPr>
          <p:cNvSpPr/>
          <p:nvPr/>
        </p:nvSpPr>
        <p:spPr>
          <a:xfrm>
            <a:off x="13237632" y="2489848"/>
            <a:ext cx="1168400" cy="436880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Taint Analysis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D6B571A0-6603-9AA4-CE48-BC8D1B15F8AA}"/>
              </a:ext>
            </a:extLst>
          </p:cNvPr>
          <p:cNvSpPr/>
          <p:nvPr/>
        </p:nvSpPr>
        <p:spPr>
          <a:xfrm>
            <a:off x="13237632" y="1984255"/>
            <a:ext cx="1168400" cy="436880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Pointer Analysis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D0E6F848-B918-D8B8-E69D-CCE283768127}"/>
              </a:ext>
            </a:extLst>
          </p:cNvPr>
          <p:cNvSpPr/>
          <p:nvPr/>
        </p:nvSpPr>
        <p:spPr>
          <a:xfrm>
            <a:off x="13210962" y="4752237"/>
            <a:ext cx="1168400" cy="436880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Flaky Test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13C0C4B8-5A0E-94B7-6918-17F167950F1B}"/>
              </a:ext>
            </a:extLst>
          </p:cNvPr>
          <p:cNvSpPr/>
          <p:nvPr/>
        </p:nvSpPr>
        <p:spPr>
          <a:xfrm>
            <a:off x="13210962" y="5462584"/>
            <a:ext cx="1168400" cy="586742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dirty="0">
                <a:solidFill>
                  <a:sysClr val="windowText" lastClr="000000"/>
                </a:solidFill>
              </a:rPr>
              <a:t>Equivalent Mutant</a:t>
            </a:r>
          </a:p>
        </p:txBody>
      </p:sp>
      <p:sp>
        <p:nvSpPr>
          <p:cNvPr id="21" name="Left Brace 20">
            <a:extLst>
              <a:ext uri="{FF2B5EF4-FFF2-40B4-BE49-F238E27FC236}">
                <a16:creationId xmlns:a16="http://schemas.microsoft.com/office/drawing/2014/main" id="{4D9DBF21-8668-1A60-2D22-681D338E5FE3}"/>
              </a:ext>
            </a:extLst>
          </p:cNvPr>
          <p:cNvSpPr/>
          <p:nvPr/>
        </p:nvSpPr>
        <p:spPr>
          <a:xfrm>
            <a:off x="12461969" y="481011"/>
            <a:ext cx="229263" cy="1196347"/>
          </a:xfrm>
          <a:prstGeom prst="leftBrace">
            <a:avLst/>
          </a:prstGeom>
          <a:noFill/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Curved Connector 23">
            <a:extLst>
              <a:ext uri="{FF2B5EF4-FFF2-40B4-BE49-F238E27FC236}">
                <a16:creationId xmlns:a16="http://schemas.microsoft.com/office/drawing/2014/main" id="{ABBE82C5-2F16-5282-8327-A9F62C80736E}"/>
              </a:ext>
            </a:extLst>
          </p:cNvPr>
          <p:cNvCxnSpPr>
            <a:cxnSpLocks/>
            <a:stCxn id="14" idx="3"/>
            <a:endCxn id="12" idx="3"/>
          </p:cNvCxnSpPr>
          <p:nvPr/>
        </p:nvCxnSpPr>
        <p:spPr>
          <a:xfrm flipV="1">
            <a:off x="14316597" y="729539"/>
            <a:ext cx="12700" cy="690879"/>
          </a:xfrm>
          <a:prstGeom prst="curvedConnector3">
            <a:avLst>
              <a:gd name="adj1" fmla="val 180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Curved Connector 26">
            <a:extLst>
              <a:ext uri="{FF2B5EF4-FFF2-40B4-BE49-F238E27FC236}">
                <a16:creationId xmlns:a16="http://schemas.microsoft.com/office/drawing/2014/main" id="{D2D0268E-BE8E-685E-8F21-F94C343DC557}"/>
              </a:ext>
            </a:extLst>
          </p:cNvPr>
          <p:cNvCxnSpPr>
            <a:cxnSpLocks/>
            <a:stCxn id="15" idx="3"/>
            <a:endCxn id="16" idx="3"/>
          </p:cNvCxnSpPr>
          <p:nvPr/>
        </p:nvCxnSpPr>
        <p:spPr>
          <a:xfrm flipH="1" flipV="1">
            <a:off x="14406032" y="3241687"/>
            <a:ext cx="12700" cy="1002832"/>
          </a:xfrm>
          <a:prstGeom prst="curvedConnector3">
            <a:avLst>
              <a:gd name="adj1" fmla="val -180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Curved Connector 29">
            <a:extLst>
              <a:ext uri="{FF2B5EF4-FFF2-40B4-BE49-F238E27FC236}">
                <a16:creationId xmlns:a16="http://schemas.microsoft.com/office/drawing/2014/main" id="{6EB2CE88-A182-38E4-96D8-E2BF925692F5}"/>
              </a:ext>
            </a:extLst>
          </p:cNvPr>
          <p:cNvCxnSpPr>
            <a:cxnSpLocks/>
            <a:stCxn id="16" idx="3"/>
            <a:endCxn id="17" idx="3"/>
          </p:cNvCxnSpPr>
          <p:nvPr/>
        </p:nvCxnSpPr>
        <p:spPr>
          <a:xfrm flipV="1">
            <a:off x="14406032" y="2708291"/>
            <a:ext cx="12700" cy="533399"/>
          </a:xfrm>
          <a:prstGeom prst="curvedConnector3">
            <a:avLst>
              <a:gd name="adj1" fmla="val 1800000"/>
            </a:avLst>
          </a:prstGeom>
          <a:ln w="19050">
            <a:solidFill>
              <a:schemeClr val="dk1">
                <a:alpha val="72015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Curved Connector 32">
            <a:extLst>
              <a:ext uri="{FF2B5EF4-FFF2-40B4-BE49-F238E27FC236}">
                <a16:creationId xmlns:a16="http://schemas.microsoft.com/office/drawing/2014/main" id="{406047AF-836C-DF5F-B712-EFECEB51FE55}"/>
              </a:ext>
            </a:extLst>
          </p:cNvPr>
          <p:cNvCxnSpPr>
            <a:cxnSpLocks/>
            <a:stCxn id="16" idx="3"/>
            <a:endCxn id="18" idx="3"/>
          </p:cNvCxnSpPr>
          <p:nvPr/>
        </p:nvCxnSpPr>
        <p:spPr>
          <a:xfrm flipV="1">
            <a:off x="14406032" y="2202695"/>
            <a:ext cx="12700" cy="1038992"/>
          </a:xfrm>
          <a:prstGeom prst="curvedConnector3">
            <a:avLst>
              <a:gd name="adj1" fmla="val 1800000"/>
            </a:avLst>
          </a:prstGeom>
          <a:ln w="19050">
            <a:solidFill>
              <a:schemeClr val="dk1">
                <a:alpha val="88058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8010E347-B532-68A6-C0FA-7AE61F81B0EA}"/>
              </a:ext>
            </a:extLst>
          </p:cNvPr>
          <p:cNvSpPr/>
          <p:nvPr/>
        </p:nvSpPr>
        <p:spPr>
          <a:xfrm>
            <a:off x="2699308" y="3016569"/>
            <a:ext cx="2961775" cy="1735669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AI</a:t>
            </a:r>
          </a:p>
        </p:txBody>
      </p:sp>
      <p:pic>
        <p:nvPicPr>
          <p:cNvPr id="62" name="Graphic 61" descr="Add with solid fill">
            <a:extLst>
              <a:ext uri="{FF2B5EF4-FFF2-40B4-BE49-F238E27FC236}">
                <a16:creationId xmlns:a16="http://schemas.microsoft.com/office/drawing/2014/main" id="{0A5D9177-0F50-98CF-AA55-C622640EDF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77472" y="-721816"/>
            <a:ext cx="681990" cy="681990"/>
          </a:xfrm>
          <a:prstGeom prst="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09D8DD0-2C1C-FDCA-1FA3-1EC8E2907080}"/>
              </a:ext>
            </a:extLst>
          </p:cNvPr>
          <p:cNvSpPr/>
          <p:nvPr/>
        </p:nvSpPr>
        <p:spPr>
          <a:xfrm>
            <a:off x="13250332" y="3515154"/>
            <a:ext cx="1168400" cy="436880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CG</a:t>
            </a:r>
          </a:p>
        </p:txBody>
      </p:sp>
      <p:cxnSp>
        <p:nvCxnSpPr>
          <p:cNvPr id="22" name="Curved Connector 21">
            <a:extLst>
              <a:ext uri="{FF2B5EF4-FFF2-40B4-BE49-F238E27FC236}">
                <a16:creationId xmlns:a16="http://schemas.microsoft.com/office/drawing/2014/main" id="{0DC2CE73-3F9A-D893-8318-B0B13CCBE064}"/>
              </a:ext>
            </a:extLst>
          </p:cNvPr>
          <p:cNvCxnSpPr>
            <a:cxnSpLocks/>
            <a:stCxn id="15" idx="3"/>
            <a:endCxn id="9" idx="3"/>
          </p:cNvCxnSpPr>
          <p:nvPr/>
        </p:nvCxnSpPr>
        <p:spPr>
          <a:xfrm flipV="1">
            <a:off x="14418732" y="3733597"/>
            <a:ext cx="12700" cy="510925"/>
          </a:xfrm>
          <a:prstGeom prst="curvedConnector3">
            <a:avLst>
              <a:gd name="adj1" fmla="val 180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" name="Picture 1" descr="Shape&#10;&#10;Description automatically generated with low confidence">
            <a:extLst>
              <a:ext uri="{FF2B5EF4-FFF2-40B4-BE49-F238E27FC236}">
                <a16:creationId xmlns:a16="http://schemas.microsoft.com/office/drawing/2014/main" id="{9C9CB0B1-9B35-3758-50EC-B398B121C2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7280" y="1201977"/>
            <a:ext cx="1292915" cy="1292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50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&#10;&#10;Description automatically generated with low confidence">
            <a:extLst>
              <a:ext uri="{FF2B5EF4-FFF2-40B4-BE49-F238E27FC236}">
                <a16:creationId xmlns:a16="http://schemas.microsoft.com/office/drawing/2014/main" id="{F0BFFD76-97C2-B1D7-ADF4-96D94ABCED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9209" y="2285923"/>
            <a:ext cx="766481" cy="766481"/>
          </a:xfrm>
          <a:prstGeom prst="rect">
            <a:avLst/>
          </a:prstGeom>
        </p:spPr>
      </p:pic>
      <p:sp>
        <p:nvSpPr>
          <p:cNvPr id="9" name="Right Arrow 8">
            <a:extLst>
              <a:ext uri="{FF2B5EF4-FFF2-40B4-BE49-F238E27FC236}">
                <a16:creationId xmlns:a16="http://schemas.microsoft.com/office/drawing/2014/main" id="{AEFBD059-3A81-EA58-9937-275F533DE636}"/>
              </a:ext>
            </a:extLst>
          </p:cNvPr>
          <p:cNvSpPr/>
          <p:nvPr/>
        </p:nvSpPr>
        <p:spPr>
          <a:xfrm>
            <a:off x="3092468" y="3100699"/>
            <a:ext cx="1232794" cy="369331"/>
          </a:xfrm>
          <a:prstGeom prst="right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FC152F-7749-41C6-4319-4492A0EC7E30}"/>
              </a:ext>
            </a:extLst>
          </p:cNvPr>
          <p:cNvSpPr txBox="1"/>
          <p:nvPr/>
        </p:nvSpPr>
        <p:spPr>
          <a:xfrm>
            <a:off x="3132068" y="3384254"/>
            <a:ext cx="12327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solve</a:t>
            </a:r>
          </a:p>
        </p:txBody>
      </p:sp>
      <p:pic>
        <p:nvPicPr>
          <p:cNvPr id="12" name="Picture 11" descr="Shape&#10;&#10;Description automatically generated with low confidence">
            <a:extLst>
              <a:ext uri="{FF2B5EF4-FFF2-40B4-BE49-F238E27FC236}">
                <a16:creationId xmlns:a16="http://schemas.microsoft.com/office/drawing/2014/main" id="{36FFCE97-52B3-93C9-B22A-B227FA544B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839" y="2908012"/>
            <a:ext cx="692572" cy="69257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7703AFF-4DE9-B7DC-8502-DEF5FE03D7F2}"/>
              </a:ext>
            </a:extLst>
          </p:cNvPr>
          <p:cNvSpPr txBox="1"/>
          <p:nvPr/>
        </p:nvSpPr>
        <p:spPr>
          <a:xfrm>
            <a:off x="996775" y="2937782"/>
            <a:ext cx="17253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/>
              <a:t>ChatGPT</a:t>
            </a:r>
            <a:endParaRPr lang="en-US" sz="3200" dirty="0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D7EFE75-AA93-9FBB-D289-797121E98A38}"/>
              </a:ext>
            </a:extLst>
          </p:cNvPr>
          <p:cNvSpPr/>
          <p:nvPr/>
        </p:nvSpPr>
        <p:spPr>
          <a:xfrm>
            <a:off x="76221" y="2615074"/>
            <a:ext cx="2820732" cy="1298212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126D0E3-2398-F643-D831-93155BEC1496}"/>
              </a:ext>
            </a:extLst>
          </p:cNvPr>
          <p:cNvSpPr txBox="1"/>
          <p:nvPr/>
        </p:nvSpPr>
        <p:spPr>
          <a:xfrm>
            <a:off x="5394993" y="2723412"/>
            <a:ext cx="214128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Software</a:t>
            </a:r>
          </a:p>
          <a:p>
            <a:r>
              <a:rPr lang="en-US" sz="3200" dirty="0"/>
              <a:t>Engineering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944F98F-33A2-DF2A-B386-0BC27221FB84}"/>
              </a:ext>
            </a:extLst>
          </p:cNvPr>
          <p:cNvSpPr/>
          <p:nvPr/>
        </p:nvSpPr>
        <p:spPr>
          <a:xfrm>
            <a:off x="4437255" y="2670057"/>
            <a:ext cx="3099026" cy="1298212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Arrow 18">
            <a:extLst>
              <a:ext uri="{FF2B5EF4-FFF2-40B4-BE49-F238E27FC236}">
                <a16:creationId xmlns:a16="http://schemas.microsoft.com/office/drawing/2014/main" id="{D0D23417-42CC-18D4-972A-18754779615F}"/>
              </a:ext>
            </a:extLst>
          </p:cNvPr>
          <p:cNvSpPr/>
          <p:nvPr/>
        </p:nvSpPr>
        <p:spPr>
          <a:xfrm rot="19572860">
            <a:off x="7741664" y="1462578"/>
            <a:ext cx="1232794" cy="369331"/>
          </a:xfrm>
          <a:prstGeom prst="right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F92A36C9-8606-A7A1-EF7D-81F624133841}"/>
              </a:ext>
            </a:extLst>
          </p:cNvPr>
          <p:cNvSpPr/>
          <p:nvPr/>
        </p:nvSpPr>
        <p:spPr>
          <a:xfrm>
            <a:off x="9182456" y="780134"/>
            <a:ext cx="2265680" cy="711061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ysClr val="windowText" lastClr="000000"/>
                </a:solidFill>
              </a:rPr>
              <a:t>Syntax Understanding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7884C80C-821D-2A1E-52AD-876232C1CF1E}"/>
              </a:ext>
            </a:extLst>
          </p:cNvPr>
          <p:cNvSpPr/>
          <p:nvPr/>
        </p:nvSpPr>
        <p:spPr>
          <a:xfrm>
            <a:off x="9160106" y="2858152"/>
            <a:ext cx="2265679" cy="766480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ysClr val="windowText" lastClr="000000"/>
                </a:solidFill>
              </a:rPr>
              <a:t>Static Understanding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AAC4B608-3951-F18C-57BF-44ECA14899D9}"/>
              </a:ext>
            </a:extLst>
          </p:cNvPr>
          <p:cNvSpPr/>
          <p:nvPr/>
        </p:nvSpPr>
        <p:spPr>
          <a:xfrm>
            <a:off x="9197101" y="4999529"/>
            <a:ext cx="2265678" cy="766480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ysClr val="windowText" lastClr="000000"/>
                </a:solidFill>
              </a:rPr>
              <a:t>Dynamic Understanding </a:t>
            </a:r>
          </a:p>
        </p:txBody>
      </p:sp>
      <p:sp>
        <p:nvSpPr>
          <p:cNvPr id="40" name="Left Brace 39">
            <a:extLst>
              <a:ext uri="{FF2B5EF4-FFF2-40B4-BE49-F238E27FC236}">
                <a16:creationId xmlns:a16="http://schemas.microsoft.com/office/drawing/2014/main" id="{DE2CFA1D-B2F3-F95E-AE08-E2EC56D41C65}"/>
              </a:ext>
            </a:extLst>
          </p:cNvPr>
          <p:cNvSpPr/>
          <p:nvPr/>
        </p:nvSpPr>
        <p:spPr>
          <a:xfrm>
            <a:off x="13060282" y="1873253"/>
            <a:ext cx="300382" cy="2714429"/>
          </a:xfrm>
          <a:prstGeom prst="leftBrace">
            <a:avLst/>
          </a:prstGeom>
          <a:noFill/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Left Brace 40">
            <a:extLst>
              <a:ext uri="{FF2B5EF4-FFF2-40B4-BE49-F238E27FC236}">
                <a16:creationId xmlns:a16="http://schemas.microsoft.com/office/drawing/2014/main" id="{9B49D605-1392-C775-A4A0-0DB5067B2010}"/>
              </a:ext>
            </a:extLst>
          </p:cNvPr>
          <p:cNvSpPr/>
          <p:nvPr/>
        </p:nvSpPr>
        <p:spPr>
          <a:xfrm>
            <a:off x="13096168" y="4837001"/>
            <a:ext cx="264496" cy="1331536"/>
          </a:xfrm>
          <a:prstGeom prst="leftBrac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F437372C-0363-B09D-C6A5-20BFC5628A44}"/>
              </a:ext>
            </a:extLst>
          </p:cNvPr>
          <p:cNvSpPr/>
          <p:nvPr/>
        </p:nvSpPr>
        <p:spPr>
          <a:xfrm>
            <a:off x="13517073" y="879981"/>
            <a:ext cx="1972949" cy="687897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ysClr val="windowText" lastClr="000000"/>
                </a:solidFill>
              </a:rPr>
              <a:t>Expression Matching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D39A5B1B-C8DE-E9DA-FC3B-AA11C39D14E1}"/>
              </a:ext>
            </a:extLst>
          </p:cNvPr>
          <p:cNvSpPr/>
          <p:nvPr/>
        </p:nvSpPr>
        <p:spPr>
          <a:xfrm>
            <a:off x="13497690" y="337016"/>
            <a:ext cx="1972949" cy="395356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ysClr val="windowText" lastClr="000000"/>
                </a:solidFill>
              </a:rPr>
              <a:t>AST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78002C36-3525-1029-ECA4-993BA9ABE72D}"/>
              </a:ext>
            </a:extLst>
          </p:cNvPr>
          <p:cNvSpPr/>
          <p:nvPr/>
        </p:nvSpPr>
        <p:spPr>
          <a:xfrm>
            <a:off x="13491299" y="1754301"/>
            <a:ext cx="1998722" cy="317706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ysClr val="windowText" lastClr="000000"/>
                </a:solidFill>
              </a:rPr>
              <a:t>CFG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9080FB17-FBC4-4A17-2407-01D3B09405F5}"/>
              </a:ext>
            </a:extLst>
          </p:cNvPr>
          <p:cNvSpPr/>
          <p:nvPr/>
        </p:nvSpPr>
        <p:spPr>
          <a:xfrm>
            <a:off x="13497690" y="2615074"/>
            <a:ext cx="1992332" cy="366247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ysClr val="windowText" lastClr="000000"/>
                </a:solidFill>
              </a:rPr>
              <a:t>Data Dep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F07A26CF-C2F4-3C05-FA3F-D4C1817A9071}"/>
              </a:ext>
            </a:extLst>
          </p:cNvPr>
          <p:cNvSpPr/>
          <p:nvPr/>
        </p:nvSpPr>
        <p:spPr>
          <a:xfrm>
            <a:off x="13497689" y="3062650"/>
            <a:ext cx="1992332" cy="663121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ysClr val="windowText" lastClr="000000"/>
                </a:solidFill>
              </a:rPr>
              <a:t>Taint </a:t>
            </a:r>
            <a:r>
              <a:rPr lang="en-SG" sz="2400" dirty="0">
                <a:solidFill>
                  <a:srgbClr val="202124"/>
                </a:solidFill>
                <a:latin typeface="arial" panose="020B0604020202020204" pitchFamily="34" charset="0"/>
              </a:rPr>
              <a:t>Anal.</a:t>
            </a:r>
            <a:endParaRPr lang="en-US" sz="2400" dirty="0">
              <a:solidFill>
                <a:sysClr val="windowText" lastClr="000000"/>
              </a:solidFill>
            </a:endParaRP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6CE19235-4306-F8DD-E757-4DFAB4B02A45}"/>
              </a:ext>
            </a:extLst>
          </p:cNvPr>
          <p:cNvSpPr/>
          <p:nvPr/>
        </p:nvSpPr>
        <p:spPr>
          <a:xfrm>
            <a:off x="13497689" y="3807098"/>
            <a:ext cx="1992332" cy="780584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50" dirty="0">
                <a:solidFill>
                  <a:sysClr val="windowText" lastClr="000000"/>
                </a:solidFill>
              </a:rPr>
              <a:t>Pointer</a:t>
            </a:r>
            <a:r>
              <a:rPr lang="en-US" sz="2400" dirty="0">
                <a:solidFill>
                  <a:sysClr val="windowText" lastClr="000000"/>
                </a:solidFill>
              </a:rPr>
              <a:t> </a:t>
            </a:r>
            <a:r>
              <a:rPr lang="en-SG" sz="2400" dirty="0">
                <a:solidFill>
                  <a:srgbClr val="202124"/>
                </a:solidFill>
                <a:latin typeface="arial" panose="020B0604020202020204" pitchFamily="34" charset="0"/>
              </a:rPr>
              <a:t>Anal.</a:t>
            </a:r>
            <a:endParaRPr lang="en-US" sz="2400" dirty="0">
              <a:solidFill>
                <a:sysClr val="windowText" lastClr="000000"/>
              </a:solidFill>
            </a:endParaRP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B7F2C6E8-6334-D08D-37B3-CF921F8AABFD}"/>
              </a:ext>
            </a:extLst>
          </p:cNvPr>
          <p:cNvSpPr/>
          <p:nvPr/>
        </p:nvSpPr>
        <p:spPr>
          <a:xfrm>
            <a:off x="13517073" y="4735290"/>
            <a:ext cx="1972948" cy="521794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ysClr val="windowText" lastClr="000000"/>
                </a:solidFill>
              </a:rPr>
              <a:t>Flaky Test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C14C79AE-0569-CA9C-C32D-9B5BD9B2E9BF}"/>
              </a:ext>
            </a:extLst>
          </p:cNvPr>
          <p:cNvSpPr/>
          <p:nvPr/>
        </p:nvSpPr>
        <p:spPr>
          <a:xfrm>
            <a:off x="13517073" y="5443508"/>
            <a:ext cx="1972949" cy="780584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ysClr val="windowText" lastClr="000000"/>
                </a:solidFill>
              </a:rPr>
              <a:t>Equivalent Mutant</a:t>
            </a:r>
          </a:p>
        </p:txBody>
      </p:sp>
      <p:sp>
        <p:nvSpPr>
          <p:cNvPr id="50" name="Left Brace 49">
            <a:extLst>
              <a:ext uri="{FF2B5EF4-FFF2-40B4-BE49-F238E27FC236}">
                <a16:creationId xmlns:a16="http://schemas.microsoft.com/office/drawing/2014/main" id="{7A8A34F0-2CDA-0966-0E2F-CF5C97CCE933}"/>
              </a:ext>
            </a:extLst>
          </p:cNvPr>
          <p:cNvSpPr/>
          <p:nvPr/>
        </p:nvSpPr>
        <p:spPr>
          <a:xfrm>
            <a:off x="13051951" y="368891"/>
            <a:ext cx="229263" cy="1196347"/>
          </a:xfrm>
          <a:prstGeom prst="leftBrace">
            <a:avLst/>
          </a:prstGeom>
          <a:noFill/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A5B3E981-8806-F322-C4CD-DBC539BEE4DC}"/>
              </a:ext>
            </a:extLst>
          </p:cNvPr>
          <p:cNvSpPr/>
          <p:nvPr/>
        </p:nvSpPr>
        <p:spPr>
          <a:xfrm>
            <a:off x="13491299" y="2201876"/>
            <a:ext cx="1998722" cy="331868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ysClr val="windowText" lastClr="000000"/>
                </a:solidFill>
              </a:rPr>
              <a:t>CG</a:t>
            </a:r>
          </a:p>
        </p:txBody>
      </p:sp>
      <p:sp>
        <p:nvSpPr>
          <p:cNvPr id="57" name="Right Arrow 56">
            <a:extLst>
              <a:ext uri="{FF2B5EF4-FFF2-40B4-BE49-F238E27FC236}">
                <a16:creationId xmlns:a16="http://schemas.microsoft.com/office/drawing/2014/main" id="{D47776BC-A18A-1BCD-ED73-1809D35FE51E}"/>
              </a:ext>
            </a:extLst>
          </p:cNvPr>
          <p:cNvSpPr/>
          <p:nvPr/>
        </p:nvSpPr>
        <p:spPr>
          <a:xfrm>
            <a:off x="7709410" y="3045801"/>
            <a:ext cx="1232794" cy="369331"/>
          </a:xfrm>
          <a:prstGeom prst="right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ight Arrow 57">
            <a:extLst>
              <a:ext uri="{FF2B5EF4-FFF2-40B4-BE49-F238E27FC236}">
                <a16:creationId xmlns:a16="http://schemas.microsoft.com/office/drawing/2014/main" id="{1249EB29-D6B3-6FA3-315B-0E43D0009ADE}"/>
              </a:ext>
            </a:extLst>
          </p:cNvPr>
          <p:cNvSpPr/>
          <p:nvPr/>
        </p:nvSpPr>
        <p:spPr>
          <a:xfrm rot="1818821">
            <a:off x="7751998" y="4467568"/>
            <a:ext cx="1232794" cy="369331"/>
          </a:xfrm>
          <a:prstGeom prst="right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Left Brace 58">
            <a:extLst>
              <a:ext uri="{FF2B5EF4-FFF2-40B4-BE49-F238E27FC236}">
                <a16:creationId xmlns:a16="http://schemas.microsoft.com/office/drawing/2014/main" id="{C7F26117-FCDF-9D6E-263C-7FBFEA99CFD0}"/>
              </a:ext>
            </a:extLst>
          </p:cNvPr>
          <p:cNvSpPr/>
          <p:nvPr/>
        </p:nvSpPr>
        <p:spPr>
          <a:xfrm rot="10800000">
            <a:off x="15661106" y="287601"/>
            <a:ext cx="229263" cy="1196347"/>
          </a:xfrm>
          <a:prstGeom prst="leftBrace">
            <a:avLst/>
          </a:prstGeom>
          <a:noFill/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Left Brace 59">
            <a:extLst>
              <a:ext uri="{FF2B5EF4-FFF2-40B4-BE49-F238E27FC236}">
                <a16:creationId xmlns:a16="http://schemas.microsoft.com/office/drawing/2014/main" id="{52BD19C5-8FA1-D79A-9EB2-7B80D23E61F7}"/>
              </a:ext>
            </a:extLst>
          </p:cNvPr>
          <p:cNvSpPr/>
          <p:nvPr/>
        </p:nvSpPr>
        <p:spPr>
          <a:xfrm rot="10800000">
            <a:off x="15652216" y="1765447"/>
            <a:ext cx="229264" cy="2822234"/>
          </a:xfrm>
          <a:prstGeom prst="leftBrace">
            <a:avLst/>
          </a:prstGeom>
          <a:noFill/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Left Brace 60">
            <a:extLst>
              <a:ext uri="{FF2B5EF4-FFF2-40B4-BE49-F238E27FC236}">
                <a16:creationId xmlns:a16="http://schemas.microsoft.com/office/drawing/2014/main" id="{4AA7B202-471D-CCB5-EA11-D587B5D6583C}"/>
              </a:ext>
            </a:extLst>
          </p:cNvPr>
          <p:cNvSpPr/>
          <p:nvPr/>
        </p:nvSpPr>
        <p:spPr>
          <a:xfrm rot="10800000">
            <a:off x="15598876" y="4735289"/>
            <a:ext cx="291492" cy="1294960"/>
          </a:xfrm>
          <a:prstGeom prst="leftBrac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ight Arrow 61">
            <a:extLst>
              <a:ext uri="{FF2B5EF4-FFF2-40B4-BE49-F238E27FC236}">
                <a16:creationId xmlns:a16="http://schemas.microsoft.com/office/drawing/2014/main" id="{F172FA3A-76B6-5BEE-242C-C367540035E2}"/>
              </a:ext>
            </a:extLst>
          </p:cNvPr>
          <p:cNvSpPr/>
          <p:nvPr/>
        </p:nvSpPr>
        <p:spPr>
          <a:xfrm>
            <a:off x="11642256" y="922990"/>
            <a:ext cx="1232794" cy="369331"/>
          </a:xfrm>
          <a:prstGeom prst="right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ight Arrow 62">
            <a:extLst>
              <a:ext uri="{FF2B5EF4-FFF2-40B4-BE49-F238E27FC236}">
                <a16:creationId xmlns:a16="http://schemas.microsoft.com/office/drawing/2014/main" id="{C73DAA93-849C-1801-460E-E95E4F4640C5}"/>
              </a:ext>
            </a:extLst>
          </p:cNvPr>
          <p:cNvSpPr/>
          <p:nvPr/>
        </p:nvSpPr>
        <p:spPr>
          <a:xfrm>
            <a:off x="11602215" y="3056727"/>
            <a:ext cx="1232794" cy="369331"/>
          </a:xfrm>
          <a:prstGeom prst="right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ight Arrow 63">
            <a:extLst>
              <a:ext uri="{FF2B5EF4-FFF2-40B4-BE49-F238E27FC236}">
                <a16:creationId xmlns:a16="http://schemas.microsoft.com/office/drawing/2014/main" id="{DE14390E-AE16-3932-FA37-513DAF40335D}"/>
              </a:ext>
            </a:extLst>
          </p:cNvPr>
          <p:cNvSpPr/>
          <p:nvPr/>
        </p:nvSpPr>
        <p:spPr>
          <a:xfrm>
            <a:off x="11602215" y="5133438"/>
            <a:ext cx="1232794" cy="369331"/>
          </a:xfrm>
          <a:prstGeom prst="right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25559B8-A785-7FBB-AB30-8FE2F5E91889}"/>
              </a:ext>
            </a:extLst>
          </p:cNvPr>
          <p:cNvSpPr txBox="1"/>
          <p:nvPr/>
        </p:nvSpPr>
        <p:spPr>
          <a:xfrm>
            <a:off x="16031464" y="627772"/>
            <a:ext cx="14629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RQ1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353F3E8-D36D-F4CB-04BD-1833CD3F17E2}"/>
              </a:ext>
            </a:extLst>
          </p:cNvPr>
          <p:cNvSpPr txBox="1"/>
          <p:nvPr/>
        </p:nvSpPr>
        <p:spPr>
          <a:xfrm>
            <a:off x="16052562" y="2956821"/>
            <a:ext cx="11445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RQ2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F7088B5-02FF-6875-1BF8-7C38A7C8D5D5}"/>
              </a:ext>
            </a:extLst>
          </p:cNvPr>
          <p:cNvSpPr txBox="1"/>
          <p:nvPr/>
        </p:nvSpPr>
        <p:spPr>
          <a:xfrm>
            <a:off x="16052562" y="5082557"/>
            <a:ext cx="11445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RQ3 </a:t>
            </a:r>
          </a:p>
        </p:txBody>
      </p:sp>
      <p:pic>
        <p:nvPicPr>
          <p:cNvPr id="69" name="Picture 68" descr="Shape&#10;&#10;Description automatically generated with low confidence">
            <a:extLst>
              <a:ext uri="{FF2B5EF4-FFF2-40B4-BE49-F238E27FC236}">
                <a16:creationId xmlns:a16="http://schemas.microsoft.com/office/drawing/2014/main" id="{70482421-B060-BB8D-0850-6762057CCB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5577" y="2615074"/>
            <a:ext cx="491578" cy="491578"/>
          </a:xfrm>
          <a:prstGeom prst="rect">
            <a:avLst/>
          </a:prstGeom>
        </p:spPr>
      </p:pic>
      <p:sp>
        <p:nvSpPr>
          <p:cNvPr id="79" name="Right Arrow 78">
            <a:extLst>
              <a:ext uri="{FF2B5EF4-FFF2-40B4-BE49-F238E27FC236}">
                <a16:creationId xmlns:a16="http://schemas.microsoft.com/office/drawing/2014/main" id="{3950045A-0491-04F5-7484-0D76B23B6BCB}"/>
              </a:ext>
            </a:extLst>
          </p:cNvPr>
          <p:cNvSpPr/>
          <p:nvPr/>
        </p:nvSpPr>
        <p:spPr>
          <a:xfrm>
            <a:off x="17556635" y="2991896"/>
            <a:ext cx="1232794" cy="369331"/>
          </a:xfrm>
          <a:prstGeom prst="right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Left Brace 79">
            <a:extLst>
              <a:ext uri="{FF2B5EF4-FFF2-40B4-BE49-F238E27FC236}">
                <a16:creationId xmlns:a16="http://schemas.microsoft.com/office/drawing/2014/main" id="{B11437B3-E153-AC73-FDC7-1693344964D4}"/>
              </a:ext>
            </a:extLst>
          </p:cNvPr>
          <p:cNvSpPr/>
          <p:nvPr/>
        </p:nvSpPr>
        <p:spPr>
          <a:xfrm rot="10800000">
            <a:off x="17138926" y="700603"/>
            <a:ext cx="229263" cy="4951919"/>
          </a:xfrm>
          <a:prstGeom prst="leftBrace">
            <a:avLst/>
          </a:prstGeom>
          <a:noFill/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" name="Picture 2">
            <a:extLst>
              <a:ext uri="{FF2B5EF4-FFF2-40B4-BE49-F238E27FC236}">
                <a16:creationId xmlns:a16="http://schemas.microsoft.com/office/drawing/2014/main" id="{17EDC12B-09F1-44FE-4DB8-9D99424D63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76294" y="2760763"/>
            <a:ext cx="831600" cy="83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" name="Picture 2">
            <a:extLst>
              <a:ext uri="{FF2B5EF4-FFF2-40B4-BE49-F238E27FC236}">
                <a16:creationId xmlns:a16="http://schemas.microsoft.com/office/drawing/2014/main" id="{F0CDE960-6F7E-1AEF-F2D8-FB3A3DF131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697" y="2960658"/>
            <a:ext cx="649412" cy="649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4" name="Freeform 83">
            <a:extLst>
              <a:ext uri="{FF2B5EF4-FFF2-40B4-BE49-F238E27FC236}">
                <a16:creationId xmlns:a16="http://schemas.microsoft.com/office/drawing/2014/main" id="{8F1E6CC4-0BA5-F2BF-98A4-8470E3ACFECE}"/>
              </a:ext>
            </a:extLst>
          </p:cNvPr>
          <p:cNvSpPr/>
          <p:nvPr/>
        </p:nvSpPr>
        <p:spPr>
          <a:xfrm>
            <a:off x="19257404" y="2262229"/>
            <a:ext cx="1798072" cy="1912403"/>
          </a:xfrm>
          <a:custGeom>
            <a:avLst/>
            <a:gdLst>
              <a:gd name="connsiteX0" fmla="*/ 688251 w 1752281"/>
              <a:gd name="connsiteY0" fmla="*/ 1565 h 2155667"/>
              <a:gd name="connsiteX1" fmla="*/ 60721 w 1752281"/>
              <a:gd name="connsiteY1" fmla="*/ 378082 h 2155667"/>
              <a:gd name="connsiteX2" fmla="*/ 114509 w 1752281"/>
              <a:gd name="connsiteY2" fmla="*/ 969753 h 2155667"/>
              <a:gd name="connsiteX3" fmla="*/ 24862 w 1752281"/>
              <a:gd name="connsiteY3" fmla="*/ 1471777 h 2155667"/>
              <a:gd name="connsiteX4" fmla="*/ 78651 w 1752281"/>
              <a:gd name="connsiteY4" fmla="*/ 2135165 h 2155667"/>
              <a:gd name="connsiteX5" fmla="*/ 813756 w 1752281"/>
              <a:gd name="connsiteY5" fmla="*/ 1991729 h 2155667"/>
              <a:gd name="connsiteX6" fmla="*/ 1513003 w 1752281"/>
              <a:gd name="connsiteY6" fmla="*/ 2045518 h 2155667"/>
              <a:gd name="connsiteX7" fmla="*/ 1656439 w 1752281"/>
              <a:gd name="connsiteY7" fmla="*/ 1292482 h 2155667"/>
              <a:gd name="connsiteX8" fmla="*/ 1728156 w 1752281"/>
              <a:gd name="connsiteY8" fmla="*/ 485659 h 2155667"/>
              <a:gd name="connsiteX9" fmla="*/ 1226133 w 1752281"/>
              <a:gd name="connsiteY9" fmla="*/ 252577 h 2155667"/>
              <a:gd name="connsiteX10" fmla="*/ 688251 w 1752281"/>
              <a:gd name="connsiteY10" fmla="*/ 1565 h 2155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752281" h="2155667">
                <a:moveTo>
                  <a:pt x="688251" y="1565"/>
                </a:moveTo>
                <a:cubicBezTo>
                  <a:pt x="494016" y="22482"/>
                  <a:pt x="156345" y="216717"/>
                  <a:pt x="60721" y="378082"/>
                </a:cubicBezTo>
                <a:cubicBezTo>
                  <a:pt x="-34903" y="539447"/>
                  <a:pt x="120485" y="787471"/>
                  <a:pt x="114509" y="969753"/>
                </a:cubicBezTo>
                <a:cubicBezTo>
                  <a:pt x="108533" y="1152035"/>
                  <a:pt x="30838" y="1277542"/>
                  <a:pt x="24862" y="1471777"/>
                </a:cubicBezTo>
                <a:cubicBezTo>
                  <a:pt x="18886" y="1666012"/>
                  <a:pt x="-52831" y="2048506"/>
                  <a:pt x="78651" y="2135165"/>
                </a:cubicBezTo>
                <a:cubicBezTo>
                  <a:pt x="210133" y="2221824"/>
                  <a:pt x="574697" y="2006670"/>
                  <a:pt x="813756" y="1991729"/>
                </a:cubicBezTo>
                <a:cubicBezTo>
                  <a:pt x="1052815" y="1976788"/>
                  <a:pt x="1372556" y="2162059"/>
                  <a:pt x="1513003" y="2045518"/>
                </a:cubicBezTo>
                <a:cubicBezTo>
                  <a:pt x="1653450" y="1928977"/>
                  <a:pt x="1620580" y="1552459"/>
                  <a:pt x="1656439" y="1292482"/>
                </a:cubicBezTo>
                <a:cubicBezTo>
                  <a:pt x="1692298" y="1032506"/>
                  <a:pt x="1799874" y="658976"/>
                  <a:pt x="1728156" y="485659"/>
                </a:cubicBezTo>
                <a:cubicBezTo>
                  <a:pt x="1656438" y="312342"/>
                  <a:pt x="1405427" y="330271"/>
                  <a:pt x="1226133" y="252577"/>
                </a:cubicBezTo>
                <a:cubicBezTo>
                  <a:pt x="1046839" y="174883"/>
                  <a:pt x="882486" y="-19352"/>
                  <a:pt x="688251" y="1565"/>
                </a:cubicBezTo>
                <a:close/>
              </a:path>
            </a:pathLst>
          </a:cu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A385CDD-A7F4-DFFF-67CE-DEE8A57B76C0}"/>
              </a:ext>
            </a:extLst>
          </p:cNvPr>
          <p:cNvSpPr txBox="1"/>
          <p:nvPr/>
        </p:nvSpPr>
        <p:spPr>
          <a:xfrm>
            <a:off x="18625635" y="4359845"/>
            <a:ext cx="34979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Capabilities in SE 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1A4F12F-7D7D-1B51-EE80-28C190F832F5}"/>
              </a:ext>
            </a:extLst>
          </p:cNvPr>
          <p:cNvSpPr txBox="1"/>
          <p:nvPr/>
        </p:nvSpPr>
        <p:spPr>
          <a:xfrm>
            <a:off x="7612598" y="3285364"/>
            <a:ext cx="12892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Breaking down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9ACCEB7-245E-36FA-AF12-83C5BD1EEFC2}"/>
              </a:ext>
            </a:extLst>
          </p:cNvPr>
          <p:cNvSpPr txBox="1"/>
          <p:nvPr/>
        </p:nvSpPr>
        <p:spPr>
          <a:xfrm>
            <a:off x="11616947" y="3446021"/>
            <a:ext cx="13505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Evaluate</a:t>
            </a:r>
          </a:p>
        </p:txBody>
      </p:sp>
      <p:pic>
        <p:nvPicPr>
          <p:cNvPr id="89" name="Picture 88" descr="Shape&#10;&#10;Description automatically generated with low confidence">
            <a:extLst>
              <a:ext uri="{FF2B5EF4-FFF2-40B4-BE49-F238E27FC236}">
                <a16:creationId xmlns:a16="http://schemas.microsoft.com/office/drawing/2014/main" id="{FDEDDC6E-1838-1BFD-663D-45FF67DF70B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792296" y="2497338"/>
            <a:ext cx="624928" cy="624928"/>
          </a:xfrm>
          <a:prstGeom prst="rect">
            <a:avLst/>
          </a:prstGeom>
        </p:spPr>
      </p:pic>
      <p:pic>
        <p:nvPicPr>
          <p:cNvPr id="90" name="Picture 89" descr="Shape&#10;&#10;Description automatically generated with low confidence">
            <a:extLst>
              <a:ext uri="{FF2B5EF4-FFF2-40B4-BE49-F238E27FC236}">
                <a16:creationId xmlns:a16="http://schemas.microsoft.com/office/drawing/2014/main" id="{09110E76-6A5F-CD01-805E-70FDABCC59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0996" y="1131189"/>
            <a:ext cx="491578" cy="491578"/>
          </a:xfrm>
          <a:prstGeom prst="rect">
            <a:avLst/>
          </a:prstGeom>
        </p:spPr>
      </p:pic>
      <p:pic>
        <p:nvPicPr>
          <p:cNvPr id="91" name="Picture 90" descr="Shape&#10;&#10;Description automatically generated with low confidence">
            <a:extLst>
              <a:ext uri="{FF2B5EF4-FFF2-40B4-BE49-F238E27FC236}">
                <a16:creationId xmlns:a16="http://schemas.microsoft.com/office/drawing/2014/main" id="{E886039E-F165-BCA8-7FC9-A4BC7C9C8F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8359" y="4719764"/>
            <a:ext cx="491578" cy="491578"/>
          </a:xfrm>
          <a:prstGeom prst="rect">
            <a:avLst/>
          </a:prstGeom>
        </p:spPr>
      </p:pic>
      <p:pic>
        <p:nvPicPr>
          <p:cNvPr id="92" name="Picture 91" descr="Shape&#10;&#10;Description automatically generated with low confidence">
            <a:extLst>
              <a:ext uri="{FF2B5EF4-FFF2-40B4-BE49-F238E27FC236}">
                <a16:creationId xmlns:a16="http://schemas.microsoft.com/office/drawing/2014/main" id="{E497774F-FFC4-AEE6-42E8-21FBE82EB85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65554" y="419908"/>
            <a:ext cx="624928" cy="624928"/>
          </a:xfrm>
          <a:prstGeom prst="rect">
            <a:avLst/>
          </a:prstGeom>
        </p:spPr>
      </p:pic>
      <p:pic>
        <p:nvPicPr>
          <p:cNvPr id="93" name="Picture 92" descr="Shape&#10;&#10;Description automatically generated with low confidence">
            <a:extLst>
              <a:ext uri="{FF2B5EF4-FFF2-40B4-BE49-F238E27FC236}">
                <a16:creationId xmlns:a16="http://schemas.microsoft.com/office/drawing/2014/main" id="{D0B89A5F-44F4-1A6B-3E5F-B1E334859A5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776432" y="4524537"/>
            <a:ext cx="624928" cy="624928"/>
          </a:xfrm>
          <a:prstGeom prst="rect">
            <a:avLst/>
          </a:prstGeom>
        </p:spPr>
      </p:pic>
      <p:sp>
        <p:nvSpPr>
          <p:cNvPr id="95" name="TextBox 94">
            <a:extLst>
              <a:ext uri="{FF2B5EF4-FFF2-40B4-BE49-F238E27FC236}">
                <a16:creationId xmlns:a16="http://schemas.microsoft.com/office/drawing/2014/main" id="{16357FF9-A9B0-5A01-62A0-B0FD29EF1CA2}"/>
              </a:ext>
            </a:extLst>
          </p:cNvPr>
          <p:cNvSpPr txBox="1"/>
          <p:nvPr/>
        </p:nvSpPr>
        <p:spPr>
          <a:xfrm>
            <a:off x="17499200" y="3348460"/>
            <a:ext cx="15685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16808422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330</TotalTime>
  <Words>61</Words>
  <Application>Microsoft Macintosh PowerPoint</Application>
  <PresentationFormat>Custom</PresentationFormat>
  <Paragraphs>37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Student</dc:creator>
  <cp:lastModifiedBy>Student</cp:lastModifiedBy>
  <cp:revision>62</cp:revision>
  <dcterms:created xsi:type="dcterms:W3CDTF">2023-04-06T06:37:34Z</dcterms:created>
  <dcterms:modified xsi:type="dcterms:W3CDTF">2023-05-02T09:45:27Z</dcterms:modified>
</cp:coreProperties>
</file>