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8" r:id="rId2"/>
  </p:sldIdLst>
  <p:sldSz cx="21599525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53"/>
    <p:restoredTop sz="96255"/>
  </p:normalViewPr>
  <p:slideViewPr>
    <p:cSldViewPr snapToGrid="0">
      <p:cViewPr varScale="1">
        <p:scale>
          <a:sx n="66" d="100"/>
          <a:sy n="66" d="100"/>
        </p:scale>
        <p:origin x="256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060529"/>
            <a:ext cx="16199644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3403592"/>
            <a:ext cx="16199644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6/8/24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5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6/8/24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7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1615545"/>
            <a:ext cx="18629590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4336618"/>
            <a:ext cx="18629590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6/8/24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56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725046"/>
            <a:ext cx="9179798" cy="4111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725046"/>
            <a:ext cx="9179798" cy="4111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6/8/24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67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345010"/>
            <a:ext cx="18629590" cy="12525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1588543"/>
            <a:ext cx="9137611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2367064"/>
            <a:ext cx="9137611" cy="3481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1588543"/>
            <a:ext cx="9182611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2367064"/>
            <a:ext cx="9182611" cy="3481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6/8/24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7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6/8/24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02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6/8/24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11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32012"/>
            <a:ext cx="6966408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933026"/>
            <a:ext cx="10934760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1944052"/>
            <a:ext cx="6966408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6/8/24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50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32012"/>
            <a:ext cx="6966408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933026"/>
            <a:ext cx="10934760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1944052"/>
            <a:ext cx="6966408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6/8/24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85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6/8/24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63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345009"/>
            <a:ext cx="4657398" cy="549164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345009"/>
            <a:ext cx="13702199" cy="549164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FCA-6C35-9E42-9E40-2D798F1D0B3F}" type="datetimeFigureOut">
              <a:rPr lang="en-US" smtClean="0"/>
              <a:t>6/8/24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6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345010"/>
            <a:ext cx="18629590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725046"/>
            <a:ext cx="18629590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6006163"/>
            <a:ext cx="4859893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E6FCA-6C35-9E42-9E40-2D798F1D0B3F}" type="datetimeFigureOut">
              <a:rPr lang="en-US" smtClean="0"/>
              <a:t>6/8/24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6006163"/>
            <a:ext cx="728984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6006163"/>
            <a:ext cx="4859893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492A2-2583-554B-B953-37C4E284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8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F0BFFD76-97C2-B1D7-ADF4-96D94ABCE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559" y="2285923"/>
            <a:ext cx="766481" cy="766481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AEFBD059-3A81-EA58-9937-275F533DE636}"/>
              </a:ext>
            </a:extLst>
          </p:cNvPr>
          <p:cNvSpPr/>
          <p:nvPr/>
        </p:nvSpPr>
        <p:spPr>
          <a:xfrm>
            <a:off x="2463818" y="3100699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FC152F-7749-41C6-4319-4492A0EC7E30}"/>
              </a:ext>
            </a:extLst>
          </p:cNvPr>
          <p:cNvSpPr txBox="1"/>
          <p:nvPr/>
        </p:nvSpPr>
        <p:spPr>
          <a:xfrm>
            <a:off x="2503418" y="3384254"/>
            <a:ext cx="1232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solve</a:t>
            </a: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36FFCE97-52B3-93C9-B22A-B227FA544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189" y="2908012"/>
            <a:ext cx="692572" cy="6925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7703AFF-4DE9-B7DC-8502-DEF5FE03D7F2}"/>
              </a:ext>
            </a:extLst>
          </p:cNvPr>
          <p:cNvSpPr txBox="1"/>
          <p:nvPr/>
        </p:nvSpPr>
        <p:spPr>
          <a:xfrm>
            <a:off x="1012665" y="2992976"/>
            <a:ext cx="11615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LLM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D7EFE75-AA93-9FBB-D289-797121E98A38}"/>
              </a:ext>
            </a:extLst>
          </p:cNvPr>
          <p:cNvSpPr/>
          <p:nvPr/>
        </p:nvSpPr>
        <p:spPr>
          <a:xfrm>
            <a:off x="748999" y="2615074"/>
            <a:ext cx="1519303" cy="1298212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26D0E3-2398-F643-D831-93155BEC1496}"/>
              </a:ext>
            </a:extLst>
          </p:cNvPr>
          <p:cNvSpPr txBox="1"/>
          <p:nvPr/>
        </p:nvSpPr>
        <p:spPr>
          <a:xfrm>
            <a:off x="4766343" y="2723412"/>
            <a:ext cx="21412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Code Analysis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944F98F-33A2-DF2A-B386-0BC27221FB84}"/>
              </a:ext>
            </a:extLst>
          </p:cNvPr>
          <p:cNvSpPr/>
          <p:nvPr/>
        </p:nvSpPr>
        <p:spPr>
          <a:xfrm>
            <a:off x="3808605" y="2670057"/>
            <a:ext cx="3099026" cy="1298212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D0D23417-42CC-18D4-972A-18754779615F}"/>
              </a:ext>
            </a:extLst>
          </p:cNvPr>
          <p:cNvSpPr/>
          <p:nvPr/>
        </p:nvSpPr>
        <p:spPr>
          <a:xfrm rot="19572860">
            <a:off x="7113014" y="1462578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92A36C9-8606-A7A1-EF7D-81F624133841}"/>
              </a:ext>
            </a:extLst>
          </p:cNvPr>
          <p:cNvSpPr/>
          <p:nvPr/>
        </p:nvSpPr>
        <p:spPr>
          <a:xfrm>
            <a:off x="8559585" y="534694"/>
            <a:ext cx="2932401" cy="99250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Syntax Understanding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884C80C-821D-2A1E-52AD-876232C1CF1E}"/>
              </a:ext>
            </a:extLst>
          </p:cNvPr>
          <p:cNvSpPr/>
          <p:nvPr/>
        </p:nvSpPr>
        <p:spPr>
          <a:xfrm>
            <a:off x="8531456" y="2632129"/>
            <a:ext cx="2959637" cy="99250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Static Understanding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AC4B608-3951-F18C-57BF-44ECA14899D9}"/>
              </a:ext>
            </a:extLst>
          </p:cNvPr>
          <p:cNvSpPr/>
          <p:nvPr/>
        </p:nvSpPr>
        <p:spPr>
          <a:xfrm>
            <a:off x="8568451" y="4719764"/>
            <a:ext cx="2922642" cy="104624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Dynamic Understanding </a:t>
            </a:r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DE2CFA1D-B2F3-F95E-AE08-E2EC56D41C65}"/>
              </a:ext>
            </a:extLst>
          </p:cNvPr>
          <p:cNvSpPr/>
          <p:nvPr/>
        </p:nvSpPr>
        <p:spPr>
          <a:xfrm>
            <a:off x="12951668" y="1788572"/>
            <a:ext cx="300382" cy="2714429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9B49D605-1392-C775-A4A0-0DB5067B2010}"/>
              </a:ext>
            </a:extLst>
          </p:cNvPr>
          <p:cNvSpPr/>
          <p:nvPr/>
        </p:nvSpPr>
        <p:spPr>
          <a:xfrm>
            <a:off x="12987270" y="4652232"/>
            <a:ext cx="207863" cy="1571860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437372C-0363-B09D-C6A5-20BFC5628A44}"/>
              </a:ext>
            </a:extLst>
          </p:cNvPr>
          <p:cNvSpPr/>
          <p:nvPr/>
        </p:nvSpPr>
        <p:spPr>
          <a:xfrm>
            <a:off x="13352207" y="861105"/>
            <a:ext cx="1972949" cy="68789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ysClr val="windowText" lastClr="000000"/>
                </a:solidFill>
              </a:rPr>
              <a:t>Expression Matching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39A5B1B-C8DE-E9DA-FC3B-AA11C39D14E1}"/>
              </a:ext>
            </a:extLst>
          </p:cNvPr>
          <p:cNvSpPr/>
          <p:nvPr/>
        </p:nvSpPr>
        <p:spPr>
          <a:xfrm>
            <a:off x="13352207" y="318141"/>
            <a:ext cx="1972949" cy="3953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AST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78002C36-3525-1029-ECA4-993BA9ABE72D}"/>
              </a:ext>
            </a:extLst>
          </p:cNvPr>
          <p:cNvSpPr/>
          <p:nvPr/>
        </p:nvSpPr>
        <p:spPr>
          <a:xfrm>
            <a:off x="13382977" y="1770052"/>
            <a:ext cx="1998722" cy="39263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>
                <a:solidFill>
                  <a:sysClr val="windowText" lastClr="000000"/>
                </a:solidFill>
              </a:rPr>
              <a:t>CFG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080FB17-FBC4-4A17-2407-01D3B09405F5}"/>
              </a:ext>
            </a:extLst>
          </p:cNvPr>
          <p:cNvSpPr/>
          <p:nvPr/>
        </p:nvSpPr>
        <p:spPr>
          <a:xfrm>
            <a:off x="13388123" y="2698708"/>
            <a:ext cx="1992332" cy="36624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Data Dep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07A26CF-C2F4-3C05-FA3F-D4C1817A9071}"/>
              </a:ext>
            </a:extLst>
          </p:cNvPr>
          <p:cNvSpPr/>
          <p:nvPr/>
        </p:nvSpPr>
        <p:spPr>
          <a:xfrm>
            <a:off x="13388123" y="3132372"/>
            <a:ext cx="1992332" cy="66312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Taint </a:t>
            </a:r>
            <a:r>
              <a:rPr lang="en-SG" sz="2800" dirty="0">
                <a:solidFill>
                  <a:srgbClr val="202124"/>
                </a:solidFill>
                <a:latin typeface="arial" panose="020B0604020202020204" pitchFamily="34" charset="0"/>
              </a:rPr>
              <a:t>Anal.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6CE19235-4306-F8DD-E757-4DFAB4B02A45}"/>
              </a:ext>
            </a:extLst>
          </p:cNvPr>
          <p:cNvSpPr/>
          <p:nvPr/>
        </p:nvSpPr>
        <p:spPr>
          <a:xfrm>
            <a:off x="13270840" y="3903979"/>
            <a:ext cx="2397367" cy="58967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Pointer </a:t>
            </a:r>
            <a:r>
              <a:rPr lang="en-SG" sz="2800" dirty="0">
                <a:solidFill>
                  <a:srgbClr val="202124"/>
                </a:solidFill>
                <a:latin typeface="arial" panose="020B0604020202020204" pitchFamily="34" charset="0"/>
              </a:rPr>
              <a:t>Anal.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B7F2C6E8-6334-D08D-37B3-CF921F8AABFD}"/>
              </a:ext>
            </a:extLst>
          </p:cNvPr>
          <p:cNvSpPr/>
          <p:nvPr/>
        </p:nvSpPr>
        <p:spPr>
          <a:xfrm>
            <a:off x="13382977" y="5738665"/>
            <a:ext cx="1972948" cy="52179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Flaky Test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C14C79AE-0569-CA9C-C32D-9B5BD9B2E9BF}"/>
              </a:ext>
            </a:extLst>
          </p:cNvPr>
          <p:cNvSpPr/>
          <p:nvPr/>
        </p:nvSpPr>
        <p:spPr>
          <a:xfrm>
            <a:off x="13382976" y="4703507"/>
            <a:ext cx="1972949" cy="78058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solidFill>
                  <a:sysClr val="windowText" lastClr="000000"/>
                </a:solidFill>
              </a:rPr>
              <a:t>Equivalent Mutant</a:t>
            </a: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7A8A34F0-2CDA-0966-0E2F-CF5C97CCE933}"/>
              </a:ext>
            </a:extLst>
          </p:cNvPr>
          <p:cNvSpPr/>
          <p:nvPr/>
        </p:nvSpPr>
        <p:spPr>
          <a:xfrm>
            <a:off x="12978852" y="352952"/>
            <a:ext cx="229263" cy="1196347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A5B3E981-8806-F322-C4CD-DBC539BEE4DC}"/>
              </a:ext>
            </a:extLst>
          </p:cNvPr>
          <p:cNvSpPr/>
          <p:nvPr/>
        </p:nvSpPr>
        <p:spPr>
          <a:xfrm>
            <a:off x="13388123" y="2273689"/>
            <a:ext cx="1998722" cy="33186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CG</a:t>
            </a: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D47776BC-A18A-1BCD-ED73-1809D35FE51E}"/>
              </a:ext>
            </a:extLst>
          </p:cNvPr>
          <p:cNvSpPr/>
          <p:nvPr/>
        </p:nvSpPr>
        <p:spPr>
          <a:xfrm>
            <a:off x="7080760" y="3045801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1249EB29-D6B3-6FA3-315B-0E43D0009ADE}"/>
              </a:ext>
            </a:extLst>
          </p:cNvPr>
          <p:cNvSpPr/>
          <p:nvPr/>
        </p:nvSpPr>
        <p:spPr>
          <a:xfrm rot="1818821">
            <a:off x="6893078" y="4542042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C7F26117-FCDF-9D6E-263C-7FBFEA99CFD0}"/>
              </a:ext>
            </a:extLst>
          </p:cNvPr>
          <p:cNvSpPr/>
          <p:nvPr/>
        </p:nvSpPr>
        <p:spPr>
          <a:xfrm rot="10800000">
            <a:off x="15698169" y="285730"/>
            <a:ext cx="229263" cy="1196347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Left Brace 59">
            <a:extLst>
              <a:ext uri="{FF2B5EF4-FFF2-40B4-BE49-F238E27FC236}">
                <a16:creationId xmlns:a16="http://schemas.microsoft.com/office/drawing/2014/main" id="{52BD19C5-8FA1-D79A-9EB2-7B80D23E61F7}"/>
              </a:ext>
            </a:extLst>
          </p:cNvPr>
          <p:cNvSpPr/>
          <p:nvPr/>
        </p:nvSpPr>
        <p:spPr>
          <a:xfrm rot="10800000">
            <a:off x="15704369" y="1765444"/>
            <a:ext cx="229264" cy="2822234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Left Brace 60">
            <a:extLst>
              <a:ext uri="{FF2B5EF4-FFF2-40B4-BE49-F238E27FC236}">
                <a16:creationId xmlns:a16="http://schemas.microsoft.com/office/drawing/2014/main" id="{4AA7B202-471D-CCB5-EA11-D587B5D6583C}"/>
              </a:ext>
            </a:extLst>
          </p:cNvPr>
          <p:cNvSpPr/>
          <p:nvPr/>
        </p:nvSpPr>
        <p:spPr>
          <a:xfrm rot="10800000">
            <a:off x="15742824" y="4836611"/>
            <a:ext cx="291492" cy="1294960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ight Arrow 61">
            <a:extLst>
              <a:ext uri="{FF2B5EF4-FFF2-40B4-BE49-F238E27FC236}">
                <a16:creationId xmlns:a16="http://schemas.microsoft.com/office/drawing/2014/main" id="{F172FA3A-76B6-5BEE-242C-C367540035E2}"/>
              </a:ext>
            </a:extLst>
          </p:cNvPr>
          <p:cNvSpPr/>
          <p:nvPr/>
        </p:nvSpPr>
        <p:spPr>
          <a:xfrm>
            <a:off x="11619022" y="815152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ight Arrow 62">
            <a:extLst>
              <a:ext uri="{FF2B5EF4-FFF2-40B4-BE49-F238E27FC236}">
                <a16:creationId xmlns:a16="http://schemas.microsoft.com/office/drawing/2014/main" id="{C73DAA93-849C-1801-460E-E95E4F4640C5}"/>
              </a:ext>
            </a:extLst>
          </p:cNvPr>
          <p:cNvSpPr/>
          <p:nvPr/>
        </p:nvSpPr>
        <p:spPr>
          <a:xfrm>
            <a:off x="11619022" y="3002940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ight Arrow 63">
            <a:extLst>
              <a:ext uri="{FF2B5EF4-FFF2-40B4-BE49-F238E27FC236}">
                <a16:creationId xmlns:a16="http://schemas.microsoft.com/office/drawing/2014/main" id="{DE14390E-AE16-3932-FA37-513DAF40335D}"/>
              </a:ext>
            </a:extLst>
          </p:cNvPr>
          <p:cNvSpPr/>
          <p:nvPr/>
        </p:nvSpPr>
        <p:spPr>
          <a:xfrm>
            <a:off x="11619022" y="5079651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25559B8-A785-7FBB-AB30-8FE2F5E91889}"/>
              </a:ext>
            </a:extLst>
          </p:cNvPr>
          <p:cNvSpPr txBox="1"/>
          <p:nvPr/>
        </p:nvSpPr>
        <p:spPr>
          <a:xfrm>
            <a:off x="15995126" y="572601"/>
            <a:ext cx="1462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RQ1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353F3E8-D36D-F4CB-04BD-1833CD3F17E2}"/>
              </a:ext>
            </a:extLst>
          </p:cNvPr>
          <p:cNvSpPr txBox="1"/>
          <p:nvPr/>
        </p:nvSpPr>
        <p:spPr>
          <a:xfrm>
            <a:off x="16064644" y="2853398"/>
            <a:ext cx="1144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RQ2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7088B5-02FF-6875-1BF8-7C38A7C8D5D5}"/>
              </a:ext>
            </a:extLst>
          </p:cNvPr>
          <p:cNvSpPr txBox="1"/>
          <p:nvPr/>
        </p:nvSpPr>
        <p:spPr>
          <a:xfrm>
            <a:off x="16090766" y="5181234"/>
            <a:ext cx="1144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RQ3</a:t>
            </a:r>
            <a:r>
              <a:rPr lang="en-US" sz="2800" dirty="0"/>
              <a:t> </a:t>
            </a:r>
          </a:p>
        </p:txBody>
      </p:sp>
      <p:pic>
        <p:nvPicPr>
          <p:cNvPr id="69" name="Picture 68" descr="Shape&#10;&#10;Description automatically generated with low confidence">
            <a:extLst>
              <a:ext uri="{FF2B5EF4-FFF2-40B4-BE49-F238E27FC236}">
                <a16:creationId xmlns:a16="http://schemas.microsoft.com/office/drawing/2014/main" id="{70482421-B060-BB8D-0850-6762057CC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927" y="2615074"/>
            <a:ext cx="491578" cy="491578"/>
          </a:xfrm>
          <a:prstGeom prst="rect">
            <a:avLst/>
          </a:prstGeom>
        </p:spPr>
      </p:pic>
      <p:sp>
        <p:nvSpPr>
          <p:cNvPr id="79" name="Right Arrow 78">
            <a:extLst>
              <a:ext uri="{FF2B5EF4-FFF2-40B4-BE49-F238E27FC236}">
                <a16:creationId xmlns:a16="http://schemas.microsoft.com/office/drawing/2014/main" id="{3950045A-0491-04F5-7484-0D76B23B6BCB}"/>
              </a:ext>
            </a:extLst>
          </p:cNvPr>
          <p:cNvSpPr/>
          <p:nvPr/>
        </p:nvSpPr>
        <p:spPr>
          <a:xfrm>
            <a:off x="17445888" y="3014923"/>
            <a:ext cx="1232794" cy="36933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Left Brace 79">
            <a:extLst>
              <a:ext uri="{FF2B5EF4-FFF2-40B4-BE49-F238E27FC236}">
                <a16:creationId xmlns:a16="http://schemas.microsoft.com/office/drawing/2014/main" id="{B11437B3-E153-AC73-FDC7-1693344964D4}"/>
              </a:ext>
            </a:extLst>
          </p:cNvPr>
          <p:cNvSpPr/>
          <p:nvPr/>
        </p:nvSpPr>
        <p:spPr>
          <a:xfrm rot="10800000">
            <a:off x="17026963" y="754209"/>
            <a:ext cx="229263" cy="4951919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8F1E6CC4-0BA5-F2BF-98A4-8470E3ACFECE}"/>
              </a:ext>
            </a:extLst>
          </p:cNvPr>
          <p:cNvSpPr/>
          <p:nvPr/>
        </p:nvSpPr>
        <p:spPr>
          <a:xfrm>
            <a:off x="18933556" y="2262229"/>
            <a:ext cx="1798072" cy="1912403"/>
          </a:xfrm>
          <a:custGeom>
            <a:avLst/>
            <a:gdLst>
              <a:gd name="connsiteX0" fmla="*/ 688251 w 1752281"/>
              <a:gd name="connsiteY0" fmla="*/ 1565 h 2155667"/>
              <a:gd name="connsiteX1" fmla="*/ 60721 w 1752281"/>
              <a:gd name="connsiteY1" fmla="*/ 378082 h 2155667"/>
              <a:gd name="connsiteX2" fmla="*/ 114509 w 1752281"/>
              <a:gd name="connsiteY2" fmla="*/ 969753 h 2155667"/>
              <a:gd name="connsiteX3" fmla="*/ 24862 w 1752281"/>
              <a:gd name="connsiteY3" fmla="*/ 1471777 h 2155667"/>
              <a:gd name="connsiteX4" fmla="*/ 78651 w 1752281"/>
              <a:gd name="connsiteY4" fmla="*/ 2135165 h 2155667"/>
              <a:gd name="connsiteX5" fmla="*/ 813756 w 1752281"/>
              <a:gd name="connsiteY5" fmla="*/ 1991729 h 2155667"/>
              <a:gd name="connsiteX6" fmla="*/ 1513003 w 1752281"/>
              <a:gd name="connsiteY6" fmla="*/ 2045518 h 2155667"/>
              <a:gd name="connsiteX7" fmla="*/ 1656439 w 1752281"/>
              <a:gd name="connsiteY7" fmla="*/ 1292482 h 2155667"/>
              <a:gd name="connsiteX8" fmla="*/ 1728156 w 1752281"/>
              <a:gd name="connsiteY8" fmla="*/ 485659 h 2155667"/>
              <a:gd name="connsiteX9" fmla="*/ 1226133 w 1752281"/>
              <a:gd name="connsiteY9" fmla="*/ 252577 h 2155667"/>
              <a:gd name="connsiteX10" fmla="*/ 688251 w 1752281"/>
              <a:gd name="connsiteY10" fmla="*/ 1565 h 215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52281" h="2155667">
                <a:moveTo>
                  <a:pt x="688251" y="1565"/>
                </a:moveTo>
                <a:cubicBezTo>
                  <a:pt x="494016" y="22482"/>
                  <a:pt x="156345" y="216717"/>
                  <a:pt x="60721" y="378082"/>
                </a:cubicBezTo>
                <a:cubicBezTo>
                  <a:pt x="-34903" y="539447"/>
                  <a:pt x="120485" y="787471"/>
                  <a:pt x="114509" y="969753"/>
                </a:cubicBezTo>
                <a:cubicBezTo>
                  <a:pt x="108533" y="1152035"/>
                  <a:pt x="30838" y="1277542"/>
                  <a:pt x="24862" y="1471777"/>
                </a:cubicBezTo>
                <a:cubicBezTo>
                  <a:pt x="18886" y="1666012"/>
                  <a:pt x="-52831" y="2048506"/>
                  <a:pt x="78651" y="2135165"/>
                </a:cubicBezTo>
                <a:cubicBezTo>
                  <a:pt x="210133" y="2221824"/>
                  <a:pt x="574697" y="2006670"/>
                  <a:pt x="813756" y="1991729"/>
                </a:cubicBezTo>
                <a:cubicBezTo>
                  <a:pt x="1052815" y="1976788"/>
                  <a:pt x="1372556" y="2162059"/>
                  <a:pt x="1513003" y="2045518"/>
                </a:cubicBezTo>
                <a:cubicBezTo>
                  <a:pt x="1653450" y="1928977"/>
                  <a:pt x="1620580" y="1552459"/>
                  <a:pt x="1656439" y="1292482"/>
                </a:cubicBezTo>
                <a:cubicBezTo>
                  <a:pt x="1692298" y="1032506"/>
                  <a:pt x="1799874" y="658976"/>
                  <a:pt x="1728156" y="485659"/>
                </a:cubicBezTo>
                <a:cubicBezTo>
                  <a:pt x="1656438" y="312342"/>
                  <a:pt x="1405427" y="330271"/>
                  <a:pt x="1226133" y="252577"/>
                </a:cubicBezTo>
                <a:cubicBezTo>
                  <a:pt x="1046839" y="174883"/>
                  <a:pt x="882486" y="-19352"/>
                  <a:pt x="688251" y="1565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385CDD-A7F4-DFFF-67CE-DEE8A57B76C0}"/>
              </a:ext>
            </a:extLst>
          </p:cNvPr>
          <p:cNvSpPr txBox="1"/>
          <p:nvPr/>
        </p:nvSpPr>
        <p:spPr>
          <a:xfrm>
            <a:off x="17956834" y="4270606"/>
            <a:ext cx="34979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Capabilities </a:t>
            </a:r>
          </a:p>
          <a:p>
            <a:pPr algn="ctr"/>
            <a:r>
              <a:rPr lang="en-US" sz="3200" dirty="0"/>
              <a:t>in Code Analysis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A4F12F-7D7D-1B51-EE80-28C190F832F5}"/>
              </a:ext>
            </a:extLst>
          </p:cNvPr>
          <p:cNvSpPr txBox="1"/>
          <p:nvPr/>
        </p:nvSpPr>
        <p:spPr>
          <a:xfrm>
            <a:off x="6983948" y="3285364"/>
            <a:ext cx="1289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Breaking down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9ACCEB7-245E-36FA-AF12-83C5BD1EEFC2}"/>
              </a:ext>
            </a:extLst>
          </p:cNvPr>
          <p:cNvSpPr txBox="1"/>
          <p:nvPr/>
        </p:nvSpPr>
        <p:spPr>
          <a:xfrm>
            <a:off x="11633754" y="3392234"/>
            <a:ext cx="1350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Evaluate</a:t>
            </a:r>
          </a:p>
        </p:txBody>
      </p:sp>
      <p:pic>
        <p:nvPicPr>
          <p:cNvPr id="89" name="Picture 88" descr="Shape&#10;&#10;Description automatically generated with low confidence">
            <a:extLst>
              <a:ext uri="{FF2B5EF4-FFF2-40B4-BE49-F238E27FC236}">
                <a16:creationId xmlns:a16="http://schemas.microsoft.com/office/drawing/2014/main" id="{FDEDDC6E-1838-1BFD-663D-45FF67DF7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0236" y="2497478"/>
            <a:ext cx="624928" cy="624928"/>
          </a:xfrm>
          <a:prstGeom prst="rect">
            <a:avLst/>
          </a:prstGeom>
        </p:spPr>
      </p:pic>
      <p:pic>
        <p:nvPicPr>
          <p:cNvPr id="90" name="Picture 89" descr="Shape&#10;&#10;Description automatically generated with low confidence">
            <a:extLst>
              <a:ext uri="{FF2B5EF4-FFF2-40B4-BE49-F238E27FC236}">
                <a16:creationId xmlns:a16="http://schemas.microsoft.com/office/drawing/2014/main" id="{09110E76-6A5F-CD01-805E-70FDABCC5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346" y="1131189"/>
            <a:ext cx="491578" cy="491578"/>
          </a:xfrm>
          <a:prstGeom prst="rect">
            <a:avLst/>
          </a:prstGeom>
        </p:spPr>
      </p:pic>
      <p:pic>
        <p:nvPicPr>
          <p:cNvPr id="91" name="Picture 90" descr="Shape&#10;&#10;Description automatically generated with low confidence">
            <a:extLst>
              <a:ext uri="{FF2B5EF4-FFF2-40B4-BE49-F238E27FC236}">
                <a16:creationId xmlns:a16="http://schemas.microsoft.com/office/drawing/2014/main" id="{E886039E-F165-BCA8-7FC9-A4BC7C9C8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760" y="4856246"/>
            <a:ext cx="491578" cy="491578"/>
          </a:xfrm>
          <a:prstGeom prst="rect">
            <a:avLst/>
          </a:prstGeom>
        </p:spPr>
      </p:pic>
      <p:pic>
        <p:nvPicPr>
          <p:cNvPr id="92" name="Picture 91" descr="Shape&#10;&#10;Description automatically generated with low confidence">
            <a:extLst>
              <a:ext uri="{FF2B5EF4-FFF2-40B4-BE49-F238E27FC236}">
                <a16:creationId xmlns:a16="http://schemas.microsoft.com/office/drawing/2014/main" id="{E497774F-FFC4-AEE6-42E8-21FBE82EB8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3531" y="287601"/>
            <a:ext cx="624928" cy="624928"/>
          </a:xfrm>
          <a:prstGeom prst="rect">
            <a:avLst/>
          </a:prstGeom>
        </p:spPr>
      </p:pic>
      <p:pic>
        <p:nvPicPr>
          <p:cNvPr id="93" name="Picture 92" descr="Shape&#10;&#10;Description automatically generated with low confidence">
            <a:extLst>
              <a:ext uri="{FF2B5EF4-FFF2-40B4-BE49-F238E27FC236}">
                <a16:creationId xmlns:a16="http://schemas.microsoft.com/office/drawing/2014/main" id="{D0B89A5F-44F4-1A6B-3E5F-B1E334859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3239" y="4470750"/>
            <a:ext cx="624928" cy="624928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16357FF9-A9B0-5A01-62A0-B0FD29EF1CA2}"/>
              </a:ext>
            </a:extLst>
          </p:cNvPr>
          <p:cNvSpPr txBox="1"/>
          <p:nvPr/>
        </p:nvSpPr>
        <p:spPr>
          <a:xfrm>
            <a:off x="17300939" y="3415132"/>
            <a:ext cx="1568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5A1DBC-7B4F-F394-4317-DFDE526D4C58}"/>
              </a:ext>
            </a:extLst>
          </p:cNvPr>
          <p:cNvSpPr txBox="1"/>
          <p:nvPr/>
        </p:nvSpPr>
        <p:spPr>
          <a:xfrm>
            <a:off x="19567649" y="2926042"/>
            <a:ext cx="11615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LLM</a:t>
            </a:r>
          </a:p>
        </p:txBody>
      </p:sp>
    </p:spTree>
    <p:extLst>
      <p:ext uri="{BB962C8B-B14F-4D97-AF65-F5344CB8AC3E}">
        <p14:creationId xmlns:p14="http://schemas.microsoft.com/office/powerpoint/2010/main" val="1680842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347</TotalTime>
  <Words>40</Words>
  <Application>Microsoft Macintosh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68</cp:revision>
  <dcterms:created xsi:type="dcterms:W3CDTF">2023-04-06T06:37:34Z</dcterms:created>
  <dcterms:modified xsi:type="dcterms:W3CDTF">2024-06-08T06:49:58Z</dcterms:modified>
</cp:coreProperties>
</file>