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56" r:id="rId2"/>
  </p:sldIdLst>
  <p:sldSz cx="5759450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266"/>
  </p:normalViewPr>
  <p:slideViewPr>
    <p:cSldViewPr snapToGrid="0">
      <p:cViewPr varScale="1">
        <p:scale>
          <a:sx n="185" d="100"/>
          <a:sy n="185" d="100"/>
        </p:scale>
        <p:origin x="5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959" y="765909"/>
            <a:ext cx="4895533" cy="1629316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2458058"/>
            <a:ext cx="4319588" cy="1129904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16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9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3" y="1166739"/>
            <a:ext cx="4967526" cy="1946729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3" y="3131884"/>
            <a:ext cx="4967526" cy="1023739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/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3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1245820"/>
            <a:ext cx="2447766" cy="2969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1245820"/>
            <a:ext cx="2447766" cy="2969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00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249165"/>
            <a:ext cx="4967526" cy="90457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1147238"/>
            <a:ext cx="2436517" cy="562244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1709482"/>
            <a:ext cx="2436517" cy="25143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1147238"/>
            <a:ext cx="2448516" cy="562244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1709482"/>
            <a:ext cx="2448516" cy="25143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6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26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1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311997"/>
            <a:ext cx="1857573" cy="1091988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673827"/>
            <a:ext cx="2915722" cy="3325798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1403985"/>
            <a:ext cx="1857573" cy="2601056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74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311997"/>
            <a:ext cx="1857573" cy="1091988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673827"/>
            <a:ext cx="2915722" cy="3325798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1403985"/>
            <a:ext cx="1857573" cy="2601056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46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12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249164"/>
            <a:ext cx="1241881" cy="396604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3" y="249164"/>
            <a:ext cx="3653651" cy="396604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76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249165"/>
            <a:ext cx="4967526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1245820"/>
            <a:ext cx="4967526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4337621"/>
            <a:ext cx="1295876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4337621"/>
            <a:ext cx="1943814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4337621"/>
            <a:ext cx="1295876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11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0FC797-9A01-84EB-5B5B-522C589C5DE2}"/>
              </a:ext>
            </a:extLst>
          </p:cNvPr>
          <p:cNvSpPr/>
          <p:nvPr/>
        </p:nvSpPr>
        <p:spPr>
          <a:xfrm>
            <a:off x="0" y="0"/>
            <a:ext cx="5759450" cy="27844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B5E28-1DCB-1A92-DA28-B883C4CC50C9}"/>
              </a:ext>
            </a:extLst>
          </p:cNvPr>
          <p:cNvSpPr/>
          <p:nvPr/>
        </p:nvSpPr>
        <p:spPr>
          <a:xfrm>
            <a:off x="0" y="2784450"/>
            <a:ext cx="5759450" cy="1895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932D54-C030-44C5-2B0E-BD2E1069E54D}"/>
              </a:ext>
            </a:extLst>
          </p:cNvPr>
          <p:cNvSpPr txBox="1"/>
          <p:nvPr/>
        </p:nvSpPr>
        <p:spPr>
          <a:xfrm>
            <a:off x="483328" y="41092"/>
            <a:ext cx="52761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dirty="0">
                <a:latin typeface="Arial" panose="020B0604020202020204" pitchFamily="34" charset="0"/>
              </a:rPr>
              <a:t>Does this program have a bug? How to fix it?</a:t>
            </a:r>
            <a:endParaRPr lang="en-SG" b="1" dirty="0">
              <a:solidFill>
                <a:srgbClr val="C00000"/>
              </a:solidFill>
            </a:endParaRPr>
          </a:p>
          <a:p>
            <a:r>
              <a:rPr lang="en-SG" b="1" dirty="0">
                <a:solidFill>
                  <a:srgbClr val="C00000"/>
                </a:solidFill>
              </a:rPr>
              <a:t>def</a:t>
            </a:r>
            <a:r>
              <a:rPr lang="en-SG" dirty="0"/>
              <a:t> </a:t>
            </a:r>
            <a:r>
              <a:rPr lang="en-SG" dirty="0" err="1"/>
              <a:t>bucketsort</a:t>
            </a:r>
            <a:r>
              <a:rPr lang="en-SG" dirty="0">
                <a:solidFill>
                  <a:srgbClr val="000000"/>
                </a:solidFill>
              </a:rPr>
              <a:t>(</a:t>
            </a:r>
            <a:r>
              <a:rPr lang="en-SG" u="sng" dirty="0" err="1">
                <a:latin typeface="Helvetica" pitchFamily="2" charset="0"/>
              </a:rPr>
              <a:t>ccounts</a:t>
            </a:r>
            <a:r>
              <a:rPr lang="en-SG" dirty="0"/>
              <a:t>, k </a:t>
            </a:r>
            <a:r>
              <a:rPr lang="en-SG" dirty="0">
                <a:solidFill>
                  <a:srgbClr val="000000"/>
                </a:solidFill>
              </a:rPr>
              <a:t>)</a:t>
            </a:r>
            <a:r>
              <a:rPr lang="en-SG" dirty="0"/>
              <a:t>: </a:t>
            </a:r>
          </a:p>
          <a:p>
            <a:pPr lvl="1"/>
            <a:r>
              <a:rPr lang="en-SG" dirty="0"/>
              <a:t>counts = </a:t>
            </a:r>
            <a:r>
              <a:rPr lang="en-SG" dirty="0">
                <a:solidFill>
                  <a:srgbClr val="000000"/>
                </a:solidFill>
              </a:rPr>
              <a:t>[</a:t>
            </a:r>
            <a:r>
              <a:rPr lang="en-SG" dirty="0">
                <a:solidFill>
                  <a:srgbClr val="C00000"/>
                </a:solidFill>
              </a:rPr>
              <a:t>0</a:t>
            </a:r>
            <a:r>
              <a:rPr lang="en-SG" dirty="0">
                <a:solidFill>
                  <a:srgbClr val="000000"/>
                </a:solidFill>
              </a:rPr>
              <a:t>]</a:t>
            </a:r>
            <a:r>
              <a:rPr lang="en-SG" dirty="0"/>
              <a:t> * k </a:t>
            </a:r>
          </a:p>
          <a:p>
            <a:pPr lvl="1"/>
            <a:r>
              <a:rPr lang="en-SG" b="1" dirty="0">
                <a:solidFill>
                  <a:srgbClr val="C00000"/>
                </a:solidFill>
              </a:rPr>
              <a:t>for</a:t>
            </a:r>
            <a:r>
              <a:rPr lang="en-SG" dirty="0"/>
              <a:t> x </a:t>
            </a:r>
            <a:r>
              <a:rPr lang="en-SG" b="1" dirty="0">
                <a:solidFill>
                  <a:srgbClr val="C00000"/>
                </a:solidFill>
              </a:rPr>
              <a:t>in</a:t>
            </a:r>
            <a:r>
              <a:rPr lang="en-SG" dirty="0"/>
              <a:t> </a:t>
            </a:r>
            <a:r>
              <a:rPr lang="en-SG" u="sng" dirty="0" err="1">
                <a:latin typeface="Helvetica" pitchFamily="2" charset="0"/>
              </a:rPr>
              <a:t>ccounts</a:t>
            </a:r>
            <a:r>
              <a:rPr lang="en-SG" dirty="0">
                <a:latin typeface="Helvetica" pitchFamily="2" charset="0"/>
              </a:rPr>
              <a:t> </a:t>
            </a:r>
            <a:r>
              <a:rPr lang="en-SG" dirty="0"/>
              <a:t>: </a:t>
            </a:r>
          </a:p>
          <a:p>
            <a:pPr lvl="1"/>
            <a:r>
              <a:rPr lang="en-SG" dirty="0"/>
              <a:t>	counts</a:t>
            </a:r>
            <a:r>
              <a:rPr lang="en-SG" dirty="0">
                <a:solidFill>
                  <a:srgbClr val="000000"/>
                </a:solidFill>
              </a:rPr>
              <a:t>[</a:t>
            </a:r>
            <a:r>
              <a:rPr lang="en-SG" dirty="0"/>
              <a:t>x</a:t>
            </a:r>
            <a:r>
              <a:rPr lang="en-SG" dirty="0">
                <a:solidFill>
                  <a:srgbClr val="000000"/>
                </a:solidFill>
              </a:rPr>
              <a:t>]</a:t>
            </a:r>
            <a:r>
              <a:rPr lang="en-SG" dirty="0"/>
              <a:t> += </a:t>
            </a:r>
            <a:r>
              <a:rPr lang="en-SG" dirty="0">
                <a:solidFill>
                  <a:srgbClr val="C00000"/>
                </a:solidFill>
              </a:rPr>
              <a:t>1 </a:t>
            </a:r>
            <a:r>
              <a:rPr lang="en-SG" dirty="0"/>
              <a:t>  </a:t>
            </a:r>
          </a:p>
          <a:p>
            <a:pPr lvl="1"/>
            <a:r>
              <a:rPr lang="en-SG" dirty="0" err="1"/>
              <a:t>sorted_arr</a:t>
            </a:r>
            <a:r>
              <a:rPr lang="en-SG" dirty="0"/>
              <a:t> = </a:t>
            </a:r>
            <a:r>
              <a:rPr lang="en-SG" dirty="0">
                <a:solidFill>
                  <a:srgbClr val="000000"/>
                </a:solidFill>
              </a:rPr>
              <a:t>[]</a:t>
            </a:r>
            <a:r>
              <a:rPr lang="en-SG" dirty="0"/>
              <a:t> </a:t>
            </a:r>
          </a:p>
          <a:p>
            <a:pPr lvl="1"/>
            <a:r>
              <a:rPr lang="en-SG" b="1" dirty="0">
                <a:solidFill>
                  <a:srgbClr val="C00000"/>
                </a:solidFill>
              </a:rPr>
              <a:t>for</a:t>
            </a:r>
            <a:r>
              <a:rPr lang="en-SG" dirty="0"/>
              <a:t> </a:t>
            </a:r>
            <a:r>
              <a:rPr lang="en-SG" dirty="0" err="1"/>
              <a:t>i</a:t>
            </a:r>
            <a:r>
              <a:rPr lang="en-SG" dirty="0"/>
              <a:t>, count </a:t>
            </a:r>
            <a:r>
              <a:rPr lang="en-SG" b="1" dirty="0">
                <a:solidFill>
                  <a:srgbClr val="C00000"/>
                </a:solidFill>
              </a:rPr>
              <a:t>in</a:t>
            </a:r>
            <a:r>
              <a:rPr lang="en-SG" dirty="0"/>
              <a:t> enumerate</a:t>
            </a:r>
            <a:r>
              <a:rPr lang="en-SG" dirty="0">
                <a:solidFill>
                  <a:srgbClr val="000000"/>
                </a:solidFill>
              </a:rPr>
              <a:t>(</a:t>
            </a:r>
            <a:r>
              <a:rPr lang="en-SG" u="sng" dirty="0" err="1">
                <a:latin typeface="Helvetica" pitchFamily="2" charset="0"/>
              </a:rPr>
              <a:t>ccounts</a:t>
            </a:r>
            <a:r>
              <a:rPr lang="en-SG" dirty="0">
                <a:solidFill>
                  <a:srgbClr val="000000"/>
                </a:solidFill>
              </a:rPr>
              <a:t>)</a:t>
            </a:r>
            <a:r>
              <a:rPr lang="en-SG" dirty="0"/>
              <a:t>:</a:t>
            </a:r>
          </a:p>
          <a:p>
            <a:pPr lvl="1"/>
            <a:r>
              <a:rPr lang="en-SG" dirty="0"/>
              <a:t>	 </a:t>
            </a:r>
            <a:r>
              <a:rPr lang="en-SG" dirty="0" err="1"/>
              <a:t>sorted_arr.</a:t>
            </a:r>
            <a:r>
              <a:rPr lang="en-SG" dirty="0" err="1">
                <a:solidFill>
                  <a:srgbClr val="000000"/>
                </a:solidFill>
              </a:rPr>
              <a:t>extend</a:t>
            </a:r>
            <a:r>
              <a:rPr lang="en-SG" dirty="0">
                <a:solidFill>
                  <a:srgbClr val="000000"/>
                </a:solidFill>
              </a:rPr>
              <a:t>([</a:t>
            </a:r>
            <a:r>
              <a:rPr lang="en-SG" dirty="0" err="1"/>
              <a:t>i</a:t>
            </a:r>
            <a:r>
              <a:rPr lang="en-SG" dirty="0">
                <a:solidFill>
                  <a:srgbClr val="000000"/>
                </a:solidFill>
              </a:rPr>
              <a:t>]</a:t>
            </a:r>
            <a:r>
              <a:rPr lang="en-SG" dirty="0"/>
              <a:t> * count </a:t>
            </a:r>
            <a:r>
              <a:rPr lang="en-SG" dirty="0">
                <a:solidFill>
                  <a:srgbClr val="000000"/>
                </a:solidFill>
              </a:rPr>
              <a:t>)</a:t>
            </a:r>
            <a:r>
              <a:rPr lang="en-SG" dirty="0"/>
              <a:t>   </a:t>
            </a:r>
          </a:p>
          <a:p>
            <a:pPr lvl="1"/>
            <a:r>
              <a:rPr lang="en-SG" b="1" dirty="0">
                <a:solidFill>
                  <a:srgbClr val="C00000"/>
                </a:solidFill>
              </a:rPr>
              <a:t>return</a:t>
            </a:r>
            <a:r>
              <a:rPr lang="en-SG" dirty="0"/>
              <a:t> </a:t>
            </a:r>
            <a:r>
              <a:rPr lang="en-SG" dirty="0" err="1"/>
              <a:t>sorted_arr</a:t>
            </a:r>
            <a:r>
              <a:rPr lang="en-SG" dirty="0"/>
              <a:t>  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BB76D6-0CBA-C28C-7A28-275332D563E2}"/>
              </a:ext>
            </a:extLst>
          </p:cNvPr>
          <p:cNvSpPr txBox="1"/>
          <p:nvPr/>
        </p:nvSpPr>
        <p:spPr>
          <a:xfrm>
            <a:off x="477821" y="2922488"/>
            <a:ext cx="51959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dirty="0">
                <a:latin typeface="Helvetica" pitchFamily="2" charset="0"/>
              </a:rPr>
              <a:t>Yes, this program has a bug. The variable "</a:t>
            </a:r>
            <a:r>
              <a:rPr lang="en-SG" dirty="0" err="1">
                <a:latin typeface="Helvetica" pitchFamily="2" charset="0"/>
              </a:rPr>
              <a:t>ccounts</a:t>
            </a:r>
            <a:r>
              <a:rPr lang="en-SG" dirty="0">
                <a:latin typeface="Helvetica" pitchFamily="2" charset="0"/>
              </a:rPr>
              <a:t>" is used in the first line of the program, but it is not defined anywhere. To fix this bug, the variable "</a:t>
            </a:r>
            <a:r>
              <a:rPr lang="en-SG" dirty="0" err="1">
                <a:latin typeface="Helvetica" pitchFamily="2" charset="0"/>
              </a:rPr>
              <a:t>ccounts</a:t>
            </a:r>
            <a:r>
              <a:rPr lang="en-SG" dirty="0">
                <a:latin typeface="Helvetica" pitchFamily="2" charset="0"/>
              </a:rPr>
              <a:t>" should be defined and given a value.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BDE5E7-4C2C-AA8C-2766-4505499FB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8" y="2922488"/>
            <a:ext cx="381492" cy="38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 descr="Programmer male outline">
            <a:extLst>
              <a:ext uri="{FF2B5EF4-FFF2-40B4-BE49-F238E27FC236}">
                <a16:creationId xmlns:a16="http://schemas.microsoft.com/office/drawing/2014/main" id="{C391A5F2-679A-E5E5-E8A3-87AB5CC50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8239" y="109109"/>
            <a:ext cx="501567" cy="50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36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56</TotalTime>
  <Words>117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50</cp:revision>
  <dcterms:created xsi:type="dcterms:W3CDTF">2023-05-01T10:47:09Z</dcterms:created>
  <dcterms:modified xsi:type="dcterms:W3CDTF">2023-05-01T14:17:32Z</dcterms:modified>
</cp:coreProperties>
</file>