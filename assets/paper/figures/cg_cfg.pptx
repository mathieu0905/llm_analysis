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</p:sldIdLst>
  <p:sldSz cx="15840075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55"/>
  </p:normalViewPr>
  <p:slideViewPr>
    <p:cSldViewPr snapToGrid="0">
      <p:cViewPr varScale="1">
        <p:scale>
          <a:sx n="104" d="100"/>
          <a:sy n="104" d="100"/>
        </p:scale>
        <p:origin x="25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0010" y="942577"/>
            <a:ext cx="11880056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0010" y="3025045"/>
            <a:ext cx="11880056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0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0755" y="1435864"/>
            <a:ext cx="13662065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0755" y="3854300"/>
            <a:ext cx="13662065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5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9005" y="1533187"/>
            <a:ext cx="6732032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9038" y="1533187"/>
            <a:ext cx="6732032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4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8" y="306638"/>
            <a:ext cx="13662065" cy="111322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069" y="1411865"/>
            <a:ext cx="6701094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1069" y="2103799"/>
            <a:ext cx="6701094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19038" y="1411865"/>
            <a:ext cx="6734095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19038" y="2103799"/>
            <a:ext cx="6734095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7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1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9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9" y="383963"/>
            <a:ext cx="5108836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4095" y="829255"/>
            <a:ext cx="8019038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069" y="1727835"/>
            <a:ext cx="5108836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2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9" y="383963"/>
            <a:ext cx="5108836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34095" y="829255"/>
            <a:ext cx="8019038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069" y="1727835"/>
            <a:ext cx="5108836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0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6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5554" y="306637"/>
            <a:ext cx="3415516" cy="488086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9005" y="306637"/>
            <a:ext cx="10048548" cy="48808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0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9005" y="306638"/>
            <a:ext cx="13662065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9005" y="1533187"/>
            <a:ext cx="13662065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9005" y="5338158"/>
            <a:ext cx="3564017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36189-CD6B-B74E-B1C5-14513BCB932F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7025" y="5338158"/>
            <a:ext cx="5346025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7053" y="5338158"/>
            <a:ext cx="3564017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9B2BB-36E4-AC46-87C9-085DB4A1C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2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>
            <a:extLst>
              <a:ext uri="{FF2B5EF4-FFF2-40B4-BE49-F238E27FC236}">
                <a16:creationId xmlns:a16="http://schemas.microsoft.com/office/drawing/2014/main" id="{2952CC6F-F230-58C4-796D-17D816D6B64F}"/>
              </a:ext>
            </a:extLst>
          </p:cNvPr>
          <p:cNvSpPr txBox="1"/>
          <p:nvPr/>
        </p:nvSpPr>
        <p:spPr>
          <a:xfrm>
            <a:off x="9040237" y="3193743"/>
            <a:ext cx="42138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4000" b="1" dirty="0">
                <a:solidFill>
                  <a:srgbClr val="000066"/>
                </a:solidFill>
              </a:rPr>
              <a:t>def</a:t>
            </a:r>
            <a:r>
              <a:rPr lang="en-SG" sz="4000" dirty="0"/>
              <a:t> m1 (a, b){ 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</a:t>
            </a:r>
            <a:r>
              <a:rPr lang="en-SG" sz="4000" b="1" dirty="0">
                <a:solidFill>
                  <a:srgbClr val="C00000"/>
                </a:solidFill>
              </a:rPr>
              <a:t>if</a:t>
            </a:r>
            <a:r>
              <a:rPr lang="en-SG" sz="4000" dirty="0"/>
              <a:t>( a &gt; b ){ 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	</a:t>
            </a:r>
            <a:r>
              <a:rPr lang="en-SG" sz="4000" b="1" dirty="0">
                <a:solidFill>
                  <a:srgbClr val="C00000"/>
                </a:solidFill>
              </a:rPr>
              <a:t>m2(a);</a:t>
            </a:r>
            <a:endParaRPr lang="en-SG" sz="4000" dirty="0"/>
          </a:p>
          <a:p>
            <a:pPr algn="just"/>
            <a:r>
              <a:rPr lang="en-SG" sz="4000" dirty="0"/>
              <a:t>	} }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26FCD-2028-A9A1-2545-E7B420559C3C}"/>
              </a:ext>
            </a:extLst>
          </p:cNvPr>
          <p:cNvSpPr txBox="1"/>
          <p:nvPr/>
        </p:nvSpPr>
        <p:spPr>
          <a:xfrm>
            <a:off x="8999970" y="498777"/>
            <a:ext cx="52533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4000" b="1" dirty="0">
                <a:solidFill>
                  <a:srgbClr val="000066"/>
                </a:solidFill>
              </a:rPr>
              <a:t>def</a:t>
            </a:r>
            <a:r>
              <a:rPr lang="en-SG" sz="4000" dirty="0"/>
              <a:t> m2 (a){ 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</a:t>
            </a:r>
            <a:r>
              <a:rPr lang="en-SG" sz="4000" b="1" dirty="0">
                <a:solidFill>
                  <a:srgbClr val="C00000"/>
                </a:solidFill>
              </a:rPr>
              <a:t>if</a:t>
            </a:r>
            <a:r>
              <a:rPr lang="en-SG" sz="4000" dirty="0"/>
              <a:t>( a &lt; 0 ){ 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		</a:t>
            </a:r>
            <a:r>
              <a:rPr lang="en-SG" sz="4000" b="1" dirty="0">
                <a:solidFill>
                  <a:srgbClr val="C00000"/>
                </a:solidFill>
              </a:rPr>
              <a:t>m2(a+1);</a:t>
            </a:r>
            <a:endParaRPr lang="en-SG" sz="4000" dirty="0"/>
          </a:p>
          <a:p>
            <a:pPr algn="just"/>
            <a:r>
              <a:rPr lang="en-SG" sz="4000" dirty="0"/>
              <a:t>	} }</a:t>
            </a:r>
            <a:endParaRPr lang="en-US" sz="40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C59EA5D-C59A-D735-5EF4-748A3860E6AA}"/>
              </a:ext>
            </a:extLst>
          </p:cNvPr>
          <p:cNvGrpSpPr/>
          <p:nvPr/>
        </p:nvGrpSpPr>
        <p:grpSpPr>
          <a:xfrm>
            <a:off x="14643991" y="1275980"/>
            <a:ext cx="902703" cy="724475"/>
            <a:chOff x="9144000" y="1053525"/>
            <a:chExt cx="902703" cy="724475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7D32ECA-524D-A11C-E395-9FDF2F922F38}"/>
                </a:ext>
              </a:extLst>
            </p:cNvPr>
            <p:cNvSpPr/>
            <p:nvPr/>
          </p:nvSpPr>
          <p:spPr>
            <a:xfrm>
              <a:off x="9144000" y="1053525"/>
              <a:ext cx="711200" cy="724475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58F3FEB-83DA-AAF5-1840-3019A2D7B314}"/>
                </a:ext>
              </a:extLst>
            </p:cNvPr>
            <p:cNvSpPr txBox="1"/>
            <p:nvPr/>
          </p:nvSpPr>
          <p:spPr>
            <a:xfrm>
              <a:off x="9144000" y="1123374"/>
              <a:ext cx="9027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m1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DE5C285-69DE-AE08-44EF-3091C80D9F6E}"/>
              </a:ext>
            </a:extLst>
          </p:cNvPr>
          <p:cNvGrpSpPr/>
          <p:nvPr/>
        </p:nvGrpSpPr>
        <p:grpSpPr>
          <a:xfrm>
            <a:off x="14643992" y="2879723"/>
            <a:ext cx="902703" cy="724475"/>
            <a:chOff x="9144000" y="1053525"/>
            <a:chExt cx="902703" cy="724475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9B599A71-7EA5-F37B-D6F9-02FED981E456}"/>
                </a:ext>
              </a:extLst>
            </p:cNvPr>
            <p:cNvSpPr/>
            <p:nvPr/>
          </p:nvSpPr>
          <p:spPr>
            <a:xfrm>
              <a:off x="9144000" y="1053525"/>
              <a:ext cx="711200" cy="724475"/>
            </a:xfrm>
            <a:prstGeom prst="round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B5CE3AB-CF3D-5D69-C876-D32DA05F1AD3}"/>
                </a:ext>
              </a:extLst>
            </p:cNvPr>
            <p:cNvSpPr txBox="1"/>
            <p:nvPr/>
          </p:nvSpPr>
          <p:spPr>
            <a:xfrm>
              <a:off x="9144000" y="1123374"/>
              <a:ext cx="9027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m2</a:t>
              </a: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FAB8DAB-FB1C-94D7-2361-86C1A19E800B}"/>
              </a:ext>
            </a:extLst>
          </p:cNvPr>
          <p:cNvCxnSpPr>
            <a:cxnSpLocks/>
            <a:stCxn id="8" idx="2"/>
            <a:endCxn id="31" idx="0"/>
          </p:cNvCxnSpPr>
          <p:nvPr/>
        </p:nvCxnSpPr>
        <p:spPr>
          <a:xfrm>
            <a:off x="14999591" y="2000451"/>
            <a:ext cx="1" cy="879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65F4F282-CC63-E340-6ECB-E77225D3DA33}"/>
              </a:ext>
            </a:extLst>
          </p:cNvPr>
          <p:cNvCxnSpPr>
            <a:cxnSpLocks/>
            <a:endCxn id="33" idx="1"/>
          </p:cNvCxnSpPr>
          <p:nvPr/>
        </p:nvCxnSpPr>
        <p:spPr>
          <a:xfrm rot="16200000" flipV="1">
            <a:off x="14640674" y="3245275"/>
            <a:ext cx="362237" cy="355600"/>
          </a:xfrm>
          <a:prstGeom prst="curvedConnector4">
            <a:avLst>
              <a:gd name="adj1" fmla="val -139949"/>
              <a:gd name="adj2" fmla="val 326191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Arrow 56">
            <a:extLst>
              <a:ext uri="{FF2B5EF4-FFF2-40B4-BE49-F238E27FC236}">
                <a16:creationId xmlns:a16="http://schemas.microsoft.com/office/drawing/2014/main" id="{7BB45F17-976E-A766-A83B-AC9BF0E5350B}"/>
              </a:ext>
            </a:extLst>
          </p:cNvPr>
          <p:cNvSpPr/>
          <p:nvPr/>
        </p:nvSpPr>
        <p:spPr>
          <a:xfrm>
            <a:off x="12977504" y="2282679"/>
            <a:ext cx="1153965" cy="417215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88E1B8-F60C-95F7-29C5-690AE98F879C}"/>
              </a:ext>
            </a:extLst>
          </p:cNvPr>
          <p:cNvSpPr txBox="1"/>
          <p:nvPr/>
        </p:nvSpPr>
        <p:spPr>
          <a:xfrm>
            <a:off x="12937847" y="2587331"/>
            <a:ext cx="1085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build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EDC8DC6-0C31-BAA6-3871-104B19F81B83}"/>
              </a:ext>
            </a:extLst>
          </p:cNvPr>
          <p:cNvSpPr/>
          <p:nvPr/>
        </p:nvSpPr>
        <p:spPr>
          <a:xfrm>
            <a:off x="6391479" y="1776050"/>
            <a:ext cx="49276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59FE90-0DF9-C7D4-D539-9A93492A5BFB}"/>
              </a:ext>
            </a:extLst>
          </p:cNvPr>
          <p:cNvSpPr/>
          <p:nvPr/>
        </p:nvSpPr>
        <p:spPr>
          <a:xfrm>
            <a:off x="7293883" y="3646438"/>
            <a:ext cx="49276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C8B0793-E6B2-DE18-876E-F38DD2856E3B}"/>
              </a:ext>
            </a:extLst>
          </p:cNvPr>
          <p:cNvSpPr/>
          <p:nvPr/>
        </p:nvSpPr>
        <p:spPr>
          <a:xfrm>
            <a:off x="7293883" y="2711244"/>
            <a:ext cx="49276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1518F-2522-EDF1-224F-0996F0DFD169}"/>
              </a:ext>
            </a:extLst>
          </p:cNvPr>
          <p:cNvSpPr txBox="1"/>
          <p:nvPr/>
        </p:nvSpPr>
        <p:spPr>
          <a:xfrm>
            <a:off x="-115658" y="663727"/>
            <a:ext cx="525331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4000" dirty="0"/>
              <a:t> </a:t>
            </a:r>
            <a:r>
              <a:rPr lang="en-SG" sz="4000" b="1" dirty="0">
                <a:solidFill>
                  <a:srgbClr val="000066"/>
                </a:solidFill>
              </a:rPr>
              <a:t>		def</a:t>
            </a:r>
            <a:r>
              <a:rPr lang="en-SG" sz="4000" dirty="0"/>
              <a:t> m1(a, b){ </a:t>
            </a:r>
          </a:p>
          <a:p>
            <a:pPr algn="just"/>
            <a:r>
              <a:rPr lang="en-SG" sz="4000" dirty="0"/>
              <a:t> 1.</a:t>
            </a:r>
            <a:r>
              <a:rPr lang="en-SG" sz="4000" dirty="0">
                <a:solidFill>
                  <a:srgbClr val="000066"/>
                </a:solidFill>
              </a:rPr>
              <a:t>	</a:t>
            </a:r>
            <a:r>
              <a:rPr lang="en-SG" sz="4000" b="1" dirty="0">
                <a:solidFill>
                  <a:srgbClr val="000066"/>
                </a:solidFill>
              </a:rPr>
              <a:t>		</a:t>
            </a:r>
            <a:r>
              <a:rPr lang="en-SG" sz="4000" b="1" dirty="0">
                <a:solidFill>
                  <a:srgbClr val="C00000"/>
                </a:solidFill>
              </a:rPr>
              <a:t>if</a:t>
            </a:r>
            <a:r>
              <a:rPr lang="en-SG" sz="4000" dirty="0"/>
              <a:t>( a &gt; b ){ </a:t>
            </a:r>
          </a:p>
          <a:p>
            <a:pPr algn="just"/>
            <a:r>
              <a:rPr lang="en-SG" sz="4000" dirty="0"/>
              <a:t> 2.	</a:t>
            </a:r>
            <a:r>
              <a:rPr lang="en-SG" sz="4000" b="1" dirty="0">
                <a:solidFill>
                  <a:srgbClr val="C00000"/>
                </a:solidFill>
              </a:rPr>
              <a:t>			return</a:t>
            </a:r>
            <a:r>
              <a:rPr lang="en-SG" sz="4000" dirty="0"/>
              <a:t> a; </a:t>
            </a:r>
          </a:p>
          <a:p>
            <a:pPr algn="just"/>
            <a:r>
              <a:rPr lang="en-SG" sz="4000" dirty="0">
                <a:solidFill>
                  <a:srgbClr val="009900"/>
                </a:solidFill>
              </a:rPr>
              <a:t> </a:t>
            </a:r>
            <a:r>
              <a:rPr lang="en-SG" sz="4000" dirty="0"/>
              <a:t>3.</a:t>
            </a:r>
            <a:r>
              <a:rPr lang="en-SG" sz="4000" dirty="0">
                <a:solidFill>
                  <a:srgbClr val="009900"/>
                </a:solidFill>
              </a:rPr>
              <a:t>			</a:t>
            </a:r>
            <a:r>
              <a:rPr lang="en-SG" sz="4000" dirty="0"/>
              <a:t>}</a:t>
            </a:r>
            <a:r>
              <a:rPr lang="en-SG" sz="4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SG" sz="4000" dirty="0"/>
              <a:t> </a:t>
            </a:r>
            <a:r>
              <a:rPr lang="en-SG" sz="4000" b="1" dirty="0">
                <a:solidFill>
                  <a:srgbClr val="C00000"/>
                </a:solidFill>
              </a:rPr>
              <a:t>else</a:t>
            </a:r>
            <a:r>
              <a:rPr lang="en-SG" sz="4000" dirty="0"/>
              <a:t> {</a:t>
            </a:r>
          </a:p>
          <a:p>
            <a:pPr algn="just"/>
            <a:r>
              <a:rPr lang="en-SG" sz="4000" dirty="0"/>
              <a:t> 4.   			b = a + b;</a:t>
            </a:r>
          </a:p>
          <a:p>
            <a:pPr algn="just"/>
            <a:r>
              <a:rPr lang="en-SG" sz="4000" dirty="0"/>
              <a:t> 5.			}</a:t>
            </a:r>
          </a:p>
          <a:p>
            <a:pPr algn="just"/>
            <a:r>
              <a:rPr lang="en-SG" sz="4000" b="1" dirty="0">
                <a:solidFill>
                  <a:srgbClr val="000066"/>
                </a:solidFill>
              </a:rPr>
              <a:t> </a:t>
            </a:r>
            <a:r>
              <a:rPr lang="en-SG" sz="4000" dirty="0"/>
              <a:t>6.	</a:t>
            </a:r>
            <a:r>
              <a:rPr lang="en-SG" sz="4000" b="1" dirty="0">
                <a:solidFill>
                  <a:srgbClr val="000066"/>
                </a:solidFill>
              </a:rPr>
              <a:t>		</a:t>
            </a:r>
            <a:r>
              <a:rPr lang="en-SG" sz="4000" b="1" dirty="0">
                <a:solidFill>
                  <a:srgbClr val="C00000"/>
                </a:solidFill>
              </a:rPr>
              <a:t>return</a:t>
            </a:r>
            <a:r>
              <a:rPr lang="en-SG" sz="4000" dirty="0"/>
              <a:t> b; </a:t>
            </a:r>
          </a:p>
          <a:p>
            <a:pPr algn="just"/>
            <a:r>
              <a:rPr lang="en-SG" sz="4000" dirty="0">
                <a:solidFill>
                  <a:srgbClr val="009900"/>
                </a:solidFill>
              </a:rPr>
              <a:t>		</a:t>
            </a:r>
            <a:r>
              <a:rPr lang="en-SG" sz="4000" dirty="0"/>
              <a:t>}</a:t>
            </a:r>
            <a:endParaRPr lang="en-US" sz="4000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87E0A94-B49F-1315-AA0D-B2F8202798B6}"/>
              </a:ext>
            </a:extLst>
          </p:cNvPr>
          <p:cNvSpPr/>
          <p:nvPr/>
        </p:nvSpPr>
        <p:spPr>
          <a:xfrm>
            <a:off x="4464814" y="1812281"/>
            <a:ext cx="1257220" cy="486672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4E8F77-E55D-9488-EF82-A98C7BE98E08}"/>
              </a:ext>
            </a:extLst>
          </p:cNvPr>
          <p:cNvSpPr txBox="1"/>
          <p:nvPr/>
        </p:nvSpPr>
        <p:spPr>
          <a:xfrm>
            <a:off x="4511960" y="1429862"/>
            <a:ext cx="12572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build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D29EA3-DB66-54DC-4817-3A022135DA85}"/>
              </a:ext>
            </a:extLst>
          </p:cNvPr>
          <p:cNvSpPr/>
          <p:nvPr/>
        </p:nvSpPr>
        <p:spPr>
          <a:xfrm>
            <a:off x="5547301" y="2711244"/>
            <a:ext cx="49276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C94C1F7-521B-0D93-28C6-4601C7F413E2}"/>
              </a:ext>
            </a:extLst>
          </p:cNvPr>
          <p:cNvSpPr/>
          <p:nvPr/>
        </p:nvSpPr>
        <p:spPr>
          <a:xfrm>
            <a:off x="6033524" y="908622"/>
            <a:ext cx="1208672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CF2B197-CE4B-0721-1F8B-6309469AC122}"/>
              </a:ext>
            </a:extLst>
          </p:cNvPr>
          <p:cNvSpPr/>
          <p:nvPr/>
        </p:nvSpPr>
        <p:spPr>
          <a:xfrm>
            <a:off x="6215771" y="4490219"/>
            <a:ext cx="1177656" cy="39624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40F480-F35A-4CCE-1621-8AEECFD47902}"/>
              </a:ext>
            </a:extLst>
          </p:cNvPr>
          <p:cNvCxnSpPr>
            <a:cxnSpLocks/>
            <a:stCxn id="11" idx="2"/>
            <a:endCxn id="2" idx="0"/>
          </p:cNvCxnSpPr>
          <p:nvPr/>
        </p:nvCxnSpPr>
        <p:spPr>
          <a:xfrm>
            <a:off x="6637860" y="1304862"/>
            <a:ext cx="0" cy="47118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CAF5F8-7D61-D5EE-C444-ADF2CF6A7B2B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 flipH="1">
            <a:off x="5793682" y="2172290"/>
            <a:ext cx="844178" cy="5389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79830D-591A-B815-3CE1-5C41264505A8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6637860" y="2172290"/>
            <a:ext cx="902404" cy="5389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3A91B1-116B-E982-2371-74040FDB06BE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7540264" y="3107484"/>
            <a:ext cx="0" cy="5389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24CEF2-BC00-D939-6C08-6228EA5B5CC5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5793686" y="3107488"/>
            <a:ext cx="1010917" cy="13827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F4AB46-5C87-4F69-F7B4-DA7EDB8CCEFD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flipH="1">
            <a:off x="6804603" y="4042682"/>
            <a:ext cx="735665" cy="44754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811F28-DED7-EC36-B5F5-D952E1567106}"/>
              </a:ext>
            </a:extLst>
          </p:cNvPr>
          <p:cNvSpPr txBox="1"/>
          <p:nvPr/>
        </p:nvSpPr>
        <p:spPr>
          <a:xfrm>
            <a:off x="5611435" y="2080267"/>
            <a:ext cx="84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552FD1-C264-6697-EBA1-8AFD0D25DA5E}"/>
              </a:ext>
            </a:extLst>
          </p:cNvPr>
          <p:cNvSpPr txBox="1"/>
          <p:nvPr/>
        </p:nvSpPr>
        <p:spPr>
          <a:xfrm>
            <a:off x="6971338" y="2032874"/>
            <a:ext cx="844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False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07A337-EB43-5FE8-8261-6C9604E01989}"/>
              </a:ext>
            </a:extLst>
          </p:cNvPr>
          <p:cNvCxnSpPr/>
          <p:nvPr/>
        </p:nvCxnSpPr>
        <p:spPr>
          <a:xfrm>
            <a:off x="8177348" y="0"/>
            <a:ext cx="0" cy="5759450"/>
          </a:xfrm>
          <a:prstGeom prst="line">
            <a:avLst/>
          </a:prstGeom>
          <a:ln w="25400">
            <a:solidFill>
              <a:schemeClr val="tx1">
                <a:alpha val="5792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Badge 1 outline">
            <a:extLst>
              <a:ext uri="{FF2B5EF4-FFF2-40B4-BE49-F238E27FC236}">
                <a16:creationId xmlns:a16="http://schemas.microsoft.com/office/drawing/2014/main" id="{EFA0994D-4BB6-7FBF-3C29-481B53F5A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1662" y="211051"/>
            <a:ext cx="914400" cy="914400"/>
          </a:xfrm>
          <a:prstGeom prst="rect">
            <a:avLst/>
          </a:prstGeom>
        </p:spPr>
      </p:pic>
      <p:pic>
        <p:nvPicPr>
          <p:cNvPr id="28" name="Graphic 27" descr="Badge outline">
            <a:extLst>
              <a:ext uri="{FF2B5EF4-FFF2-40B4-BE49-F238E27FC236}">
                <a16:creationId xmlns:a16="http://schemas.microsoft.com/office/drawing/2014/main" id="{3C37829E-5E3D-A3C9-8090-EA8C99F52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8101" y="706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9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1344</TotalTime>
  <Words>130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61</cp:revision>
  <dcterms:created xsi:type="dcterms:W3CDTF">2023-04-04T10:49:23Z</dcterms:created>
  <dcterms:modified xsi:type="dcterms:W3CDTF">2025-01-05T04:36:12Z</dcterms:modified>
</cp:coreProperties>
</file>