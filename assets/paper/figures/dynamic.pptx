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36" r:id="rId1"/>
  </p:sldMasterIdLst>
  <p:sldIdLst>
    <p:sldId id="256" r:id="rId2"/>
  </p:sldIdLst>
  <p:sldSz cx="16200438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38"/>
    <p:restoredTop sz="96255"/>
  </p:normalViewPr>
  <p:slideViewPr>
    <p:cSldViewPr snapToGrid="0">
      <p:cViewPr varScale="1">
        <p:scale>
          <a:sx n="94" d="100"/>
          <a:sy n="94" d="100"/>
        </p:scale>
        <p:origin x="248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055" y="942577"/>
            <a:ext cx="12150329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3025045"/>
            <a:ext cx="12150329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73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93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2" y="1435864"/>
            <a:ext cx="13972878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2" y="3854300"/>
            <a:ext cx="13972878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14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1533187"/>
            <a:ext cx="6885186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1533187"/>
            <a:ext cx="6885186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6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306638"/>
            <a:ext cx="13972878" cy="111322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1" y="1411865"/>
            <a:ext cx="6853544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1" y="2103799"/>
            <a:ext cx="6853544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2" y="1411865"/>
            <a:ext cx="6887296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2" y="2103799"/>
            <a:ext cx="6887296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97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62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5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383963"/>
            <a:ext cx="5225062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829255"/>
            <a:ext cx="8201472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1727835"/>
            <a:ext cx="5225062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77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383963"/>
            <a:ext cx="5225062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829255"/>
            <a:ext cx="8201472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1727835"/>
            <a:ext cx="5225062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71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84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39" y="306637"/>
            <a:ext cx="3493219" cy="488086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0" y="306637"/>
            <a:ext cx="10277153" cy="488086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91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306638"/>
            <a:ext cx="13972878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1533187"/>
            <a:ext cx="13972878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5338158"/>
            <a:ext cx="364509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36189-CD6B-B74E-B1C5-14513BCB932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5338158"/>
            <a:ext cx="5467648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5338158"/>
            <a:ext cx="364509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6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45D46E-E65A-A8ED-D44E-09FC407F8903}"/>
              </a:ext>
            </a:extLst>
          </p:cNvPr>
          <p:cNvSpPr txBox="1"/>
          <p:nvPr/>
        </p:nvSpPr>
        <p:spPr>
          <a:xfrm>
            <a:off x="810688" y="351554"/>
            <a:ext cx="700137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4000" b="1" dirty="0">
                <a:solidFill>
                  <a:schemeClr val="accent1">
                    <a:lumMod val="50000"/>
                  </a:schemeClr>
                </a:solidFill>
              </a:rPr>
              <a:t>def</a:t>
            </a:r>
            <a:r>
              <a:rPr lang="en-SG" sz="4000" dirty="0"/>
              <a:t> f (a, b){</a:t>
            </a:r>
          </a:p>
          <a:p>
            <a:pPr algn="just"/>
            <a:r>
              <a:rPr lang="en-SG" sz="4000" dirty="0"/>
              <a:t>	c = </a:t>
            </a:r>
            <a:r>
              <a:rPr lang="en-SG" sz="4000" dirty="0">
                <a:highlight>
                  <a:srgbClr val="C0C0C0"/>
                </a:highlight>
              </a:rPr>
              <a:t>a</a:t>
            </a:r>
            <a:r>
              <a:rPr lang="en-SG" sz="4000" dirty="0"/>
              <a:t> + </a:t>
            </a:r>
            <a:r>
              <a:rPr lang="en-SG" sz="4000" dirty="0">
                <a:highlight>
                  <a:srgbClr val="C0C0C0"/>
                </a:highlight>
              </a:rPr>
              <a:t>b</a:t>
            </a:r>
            <a:r>
              <a:rPr lang="en-SG" sz="4000" dirty="0"/>
              <a:t> ;</a:t>
            </a:r>
          </a:p>
          <a:p>
            <a:pPr algn="just"/>
            <a:r>
              <a:rPr lang="en-SG" sz="4000" dirty="0"/>
              <a:t>    d = 0;</a:t>
            </a:r>
          </a:p>
          <a:p>
            <a:pPr algn="just"/>
            <a:r>
              <a:rPr lang="en-SG" sz="4000" b="1" dirty="0">
                <a:solidFill>
                  <a:srgbClr val="000066"/>
                </a:solidFill>
              </a:rPr>
              <a:t>	</a:t>
            </a:r>
            <a:r>
              <a:rPr lang="en-SG" sz="4000" b="1" dirty="0">
                <a:solidFill>
                  <a:srgbClr val="C00000"/>
                </a:solidFill>
              </a:rPr>
              <a:t>if</a:t>
            </a:r>
            <a:r>
              <a:rPr lang="en-SG" sz="4000" dirty="0"/>
              <a:t>( a &lt; 0 ){ </a:t>
            </a:r>
          </a:p>
          <a:p>
            <a:pPr algn="just"/>
            <a:r>
              <a:rPr lang="en-SG" sz="4000" b="1" dirty="0">
                <a:solidFill>
                  <a:srgbClr val="000066"/>
                </a:solidFill>
              </a:rPr>
              <a:t>			</a:t>
            </a:r>
            <a:r>
              <a:rPr lang="en-SG" sz="4000" dirty="0"/>
              <a:t>d = c;</a:t>
            </a:r>
          </a:p>
          <a:p>
            <a:pPr algn="just"/>
            <a:r>
              <a:rPr lang="en-SG" sz="4000" dirty="0"/>
              <a:t>		} </a:t>
            </a:r>
          </a:p>
          <a:p>
            <a:pPr algn="just"/>
            <a:r>
              <a:rPr lang="en-SG" sz="4000" dirty="0"/>
              <a:t>    return d;</a:t>
            </a:r>
          </a:p>
          <a:p>
            <a:pPr algn="just"/>
            <a:r>
              <a:rPr lang="en-SG" sz="4000" dirty="0"/>
              <a:t>}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4817AE-A5E3-D008-5DE3-E3E39E0C7B0B}"/>
              </a:ext>
            </a:extLst>
          </p:cNvPr>
          <p:cNvSpPr txBox="1"/>
          <p:nvPr/>
        </p:nvSpPr>
        <p:spPr>
          <a:xfrm>
            <a:off x="5331427" y="244284"/>
            <a:ext cx="515916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4000" b="1" dirty="0">
                <a:solidFill>
                  <a:schemeClr val="accent1">
                    <a:lumMod val="50000"/>
                  </a:schemeClr>
                </a:solidFill>
              </a:rPr>
              <a:t>def</a:t>
            </a:r>
            <a:r>
              <a:rPr lang="en-SG" sz="4000" dirty="0"/>
              <a:t> f (a, b){</a:t>
            </a:r>
          </a:p>
          <a:p>
            <a:pPr algn="just"/>
            <a:r>
              <a:rPr lang="en-SG" sz="4000" dirty="0"/>
              <a:t>	c = </a:t>
            </a:r>
            <a:r>
              <a:rPr lang="en-SG" sz="4000" dirty="0">
                <a:highlight>
                  <a:srgbClr val="C0C0C0"/>
                </a:highlight>
              </a:rPr>
              <a:t>b</a:t>
            </a:r>
            <a:r>
              <a:rPr lang="en-SG" sz="4000" dirty="0"/>
              <a:t> + </a:t>
            </a:r>
            <a:r>
              <a:rPr lang="en-SG" sz="4000" dirty="0">
                <a:highlight>
                  <a:srgbClr val="C0C0C0"/>
                </a:highlight>
              </a:rPr>
              <a:t>a</a:t>
            </a:r>
            <a:r>
              <a:rPr lang="en-SG" sz="4000" dirty="0"/>
              <a:t>;</a:t>
            </a:r>
          </a:p>
          <a:p>
            <a:pPr algn="just"/>
            <a:r>
              <a:rPr lang="en-SG" sz="4000" dirty="0"/>
              <a:t>    d = 0;</a:t>
            </a:r>
          </a:p>
          <a:p>
            <a:pPr algn="just"/>
            <a:r>
              <a:rPr lang="en-SG" sz="4000" b="1" dirty="0">
                <a:solidFill>
                  <a:srgbClr val="000066"/>
                </a:solidFill>
              </a:rPr>
              <a:t>	</a:t>
            </a:r>
            <a:r>
              <a:rPr lang="en-SG" sz="4000" b="1" dirty="0">
                <a:solidFill>
                  <a:srgbClr val="C00000"/>
                </a:solidFill>
              </a:rPr>
              <a:t>if</a:t>
            </a:r>
            <a:r>
              <a:rPr lang="en-SG" sz="4000" dirty="0"/>
              <a:t>( a &lt; 0 ){ </a:t>
            </a:r>
          </a:p>
          <a:p>
            <a:pPr algn="just"/>
            <a:r>
              <a:rPr lang="en-SG" sz="4000" b="1" dirty="0">
                <a:solidFill>
                  <a:srgbClr val="000066"/>
                </a:solidFill>
              </a:rPr>
              <a:t>			</a:t>
            </a:r>
            <a:r>
              <a:rPr lang="en-SG" sz="4000" dirty="0"/>
              <a:t>d = c;</a:t>
            </a:r>
          </a:p>
          <a:p>
            <a:pPr algn="just"/>
            <a:r>
              <a:rPr lang="en-SG" sz="4000" dirty="0"/>
              <a:t>		} </a:t>
            </a:r>
          </a:p>
          <a:p>
            <a:pPr algn="just"/>
            <a:r>
              <a:rPr lang="en-SG" sz="4000" dirty="0"/>
              <a:t>    return d;</a:t>
            </a:r>
          </a:p>
          <a:p>
            <a:pPr algn="just"/>
            <a:r>
              <a:rPr lang="en-SG" sz="4000" dirty="0"/>
              <a:t>}</a:t>
            </a:r>
            <a:endParaRPr lang="en-US" sz="4000" dirty="0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8BD239DB-C5D2-E584-0C59-DA73CA4AF567}"/>
              </a:ext>
            </a:extLst>
          </p:cNvPr>
          <p:cNvSpPr/>
          <p:nvPr/>
        </p:nvSpPr>
        <p:spPr>
          <a:xfrm>
            <a:off x="3838796" y="2176941"/>
            <a:ext cx="1687361" cy="361598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AF44A2-7355-AF36-3092-DE259388FE17}"/>
              </a:ext>
            </a:extLst>
          </p:cNvPr>
          <p:cNvSpPr txBox="1"/>
          <p:nvPr/>
        </p:nvSpPr>
        <p:spPr>
          <a:xfrm>
            <a:off x="3835231" y="1804038"/>
            <a:ext cx="2066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Eq. Mutant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66323B-AE95-11D6-6B8D-EFDF592EEB3E}"/>
              </a:ext>
            </a:extLst>
          </p:cNvPr>
          <p:cNvSpPr txBox="1"/>
          <p:nvPr/>
        </p:nvSpPr>
        <p:spPr>
          <a:xfrm>
            <a:off x="9608519" y="1003367"/>
            <a:ext cx="671910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4000" b="1" dirty="0">
                <a:solidFill>
                  <a:schemeClr val="accent1">
                    <a:lumMod val="50000"/>
                  </a:schemeClr>
                </a:solidFill>
              </a:rPr>
              <a:t>def</a:t>
            </a:r>
            <a:r>
              <a:rPr lang="en-SG" sz="4000" dirty="0"/>
              <a:t> </a:t>
            </a:r>
            <a:r>
              <a:rPr lang="en-SG" sz="4000" dirty="0" err="1"/>
              <a:t>test_h</a:t>
            </a:r>
            <a:r>
              <a:rPr lang="en-SG" sz="4000" dirty="0"/>
              <a:t> (){</a:t>
            </a:r>
          </a:p>
          <a:p>
            <a:pPr algn="just"/>
            <a:r>
              <a:rPr lang="en-SG" sz="4000" dirty="0"/>
              <a:t>	   n = </a:t>
            </a:r>
            <a:r>
              <a:rPr lang="en-SG" sz="4000" dirty="0">
                <a:solidFill>
                  <a:schemeClr val="accent1">
                    <a:lumMod val="75000"/>
                  </a:schemeClr>
                </a:solidFill>
              </a:rPr>
              <a:t>random()</a:t>
            </a:r>
            <a:r>
              <a:rPr lang="en-SG" sz="4000" dirty="0"/>
              <a:t> ;</a:t>
            </a:r>
          </a:p>
          <a:p>
            <a:pPr algn="just"/>
            <a:r>
              <a:rPr lang="en-SG" sz="4000" dirty="0"/>
              <a:t>       a = 10;</a:t>
            </a:r>
          </a:p>
          <a:p>
            <a:pPr algn="just"/>
            <a:r>
              <a:rPr lang="en-SG" sz="4000" dirty="0"/>
              <a:t>       </a:t>
            </a:r>
            <a:r>
              <a:rPr lang="en-SG" sz="4000" dirty="0">
                <a:solidFill>
                  <a:srgbClr val="C00000"/>
                </a:solidFill>
              </a:rPr>
              <a:t>assert</a:t>
            </a:r>
            <a:r>
              <a:rPr lang="en-SG" sz="4000" dirty="0"/>
              <a:t> h(</a:t>
            </a:r>
            <a:r>
              <a:rPr lang="en-SG" sz="4000" dirty="0" err="1"/>
              <a:t>a+n</a:t>
            </a:r>
            <a:r>
              <a:rPr lang="en-SG" sz="4000" dirty="0"/>
              <a:t>), ”Test Failed”</a:t>
            </a:r>
          </a:p>
          <a:p>
            <a:pPr algn="just"/>
            <a:r>
              <a:rPr lang="en-SG" sz="4000" dirty="0"/>
              <a:t>}</a:t>
            </a:r>
            <a:endParaRPr lang="en-US" sz="40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755C01-CFED-269D-9187-D92FEFB13C92}"/>
              </a:ext>
            </a:extLst>
          </p:cNvPr>
          <p:cNvCxnSpPr>
            <a:cxnSpLocks/>
          </p:cNvCxnSpPr>
          <p:nvPr/>
        </p:nvCxnSpPr>
        <p:spPr>
          <a:xfrm>
            <a:off x="9195473" y="0"/>
            <a:ext cx="0" cy="5759450"/>
          </a:xfrm>
          <a:prstGeom prst="line">
            <a:avLst/>
          </a:prstGeom>
          <a:ln w="25400">
            <a:solidFill>
              <a:schemeClr val="tx1">
                <a:alpha val="60312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 descr="Badge 1 outline">
            <a:extLst>
              <a:ext uri="{FF2B5EF4-FFF2-40B4-BE49-F238E27FC236}">
                <a16:creationId xmlns:a16="http://schemas.microsoft.com/office/drawing/2014/main" id="{18980C26-BFEE-025D-8B87-641251E3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5555" y="213709"/>
            <a:ext cx="810688" cy="810688"/>
          </a:xfrm>
          <a:prstGeom prst="rect">
            <a:avLst/>
          </a:prstGeom>
        </p:spPr>
      </p:pic>
      <p:pic>
        <p:nvPicPr>
          <p:cNvPr id="19" name="Graphic 18" descr="Badge outline">
            <a:extLst>
              <a:ext uri="{FF2B5EF4-FFF2-40B4-BE49-F238E27FC236}">
                <a16:creationId xmlns:a16="http://schemas.microsoft.com/office/drawing/2014/main" id="{524A4EE1-37A1-E8A5-9166-7E346CCFD1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6096" y="215623"/>
            <a:ext cx="787744" cy="78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98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1412</TotalTime>
  <Words>115</Words>
  <Application>Microsoft Macintosh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81</cp:revision>
  <dcterms:created xsi:type="dcterms:W3CDTF">2023-04-04T10:49:23Z</dcterms:created>
  <dcterms:modified xsi:type="dcterms:W3CDTF">2025-01-02T03:59:14Z</dcterms:modified>
</cp:coreProperties>
</file>