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</p:sldIdLst>
  <p:sldSz cx="719931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55"/>
  </p:normalViewPr>
  <p:slideViewPr>
    <p:cSldViewPr snapToGrid="0">
      <p:cViewPr varScale="1">
        <p:scale>
          <a:sx n="150" d="100"/>
          <a:sy n="150" d="100"/>
        </p:scale>
        <p:origin x="1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942577"/>
            <a:ext cx="6119416" cy="200514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025045"/>
            <a:ext cx="5399485" cy="139053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2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435864"/>
            <a:ext cx="6209407" cy="239577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854300"/>
            <a:ext cx="6209407" cy="125987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9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533187"/>
            <a:ext cx="3059708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533187"/>
            <a:ext cx="3059708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06639"/>
            <a:ext cx="6209407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411865"/>
            <a:ext cx="3045646" cy="69193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103799"/>
            <a:ext cx="304564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411865"/>
            <a:ext cx="3060646" cy="69193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103799"/>
            <a:ext cx="306064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8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7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5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83963"/>
            <a:ext cx="2321966" cy="134387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829256"/>
            <a:ext cx="3644652" cy="409294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727835"/>
            <a:ext cx="2321966" cy="320102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1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83963"/>
            <a:ext cx="2321966" cy="134387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829256"/>
            <a:ext cx="3644652" cy="409294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727835"/>
            <a:ext cx="2321966" cy="320102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9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06637"/>
            <a:ext cx="1552352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06637"/>
            <a:ext cx="4567064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06639"/>
            <a:ext cx="6209407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533187"/>
            <a:ext cx="6209407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338158"/>
            <a:ext cx="16198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338158"/>
            <a:ext cx="242976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338158"/>
            <a:ext cx="16198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8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26FCD-2028-A9A1-2545-E7B420559C3C}"/>
              </a:ext>
            </a:extLst>
          </p:cNvPr>
          <p:cNvSpPr txBox="1"/>
          <p:nvPr/>
        </p:nvSpPr>
        <p:spPr>
          <a:xfrm>
            <a:off x="492061" y="127139"/>
            <a:ext cx="68733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>
                <a:solidFill>
                  <a:schemeClr val="accent1">
                    <a:lumMod val="50000"/>
                  </a:schemeClr>
                </a:solidFill>
                <a:latin typeface="Menlo" panose="020B0609030804020204" pitchFamily="49" charset="0"/>
              </a:rPr>
              <a:t>contract</a:t>
            </a:r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 Reference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b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SG" sz="2000" dirty="0">
                <a:solidFill>
                  <a:schemeClr val="accent1">
                    <a:lumMod val="50000"/>
                  </a:schemeClr>
                </a:solidFill>
                <a:latin typeface="Menlo" panose="020B0609030804020204" pitchFamily="49" charset="0"/>
              </a:rPr>
              <a:t>struct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Ref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		</a:t>
            </a:r>
            <a:r>
              <a:rPr lang="en-SG" sz="2000" dirty="0" err="1">
                <a:solidFill>
                  <a:srgbClr val="267F99"/>
                </a:solidFill>
                <a:latin typeface="Menlo" panose="020B0609030804020204" pitchFamily="49" charset="0"/>
              </a:rPr>
              <a:t>uint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val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Ref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a;</a:t>
            </a:r>
          </a:p>
          <a:p>
            <a:pPr lvl="1"/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Ref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b;</a:t>
            </a:r>
            <a:b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SG" sz="2000" b="1" dirty="0">
                <a:solidFill>
                  <a:schemeClr val="accent1">
                    <a:lumMod val="50000"/>
                  </a:schemeClr>
                </a:solidFill>
                <a:latin typeface="Menlo" panose="020B0609030804020204" pitchFamily="49" charset="0"/>
              </a:rPr>
              <a:t>function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>
                <a:latin typeface="Menlo" panose="020B0609030804020204" pitchFamily="49" charset="0"/>
              </a:rPr>
              <a:t>set3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SG" sz="2000" dirty="0" err="1">
                <a:solidFill>
                  <a:srgbClr val="267F99"/>
                </a:solidFill>
                <a:latin typeface="Menlo" panose="020B0609030804020204" pitchFamily="49" charset="0"/>
              </a:rPr>
              <a:t>uint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 err="1">
                <a:solidFill>
                  <a:srgbClr val="001080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source_taint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-SG" sz="2000" dirty="0">
                <a:solidFill>
                  <a:srgbClr val="C00000"/>
                </a:solidFill>
                <a:latin typeface="Menlo" panose="020B0609030804020204" pitchFamily="49" charset="0"/>
              </a:rPr>
              <a:t>public</a:t>
            </a:r>
          </a:p>
          <a:p>
            <a:pPr lvl="1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SG" sz="2000" dirty="0">
                <a:solidFill>
                  <a:srgbClr val="267F99"/>
                </a:solidFill>
                <a:latin typeface="Menlo" panose="020B0609030804020204" pitchFamily="49" charset="0"/>
              </a:rPr>
              <a:t> 	Ref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>
                <a:solidFill>
                  <a:srgbClr val="0000FF"/>
                </a:solidFill>
                <a:latin typeface="Menlo" panose="020B0609030804020204" pitchFamily="49" charset="0"/>
              </a:rPr>
              <a:t>storage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SG" sz="2000" dirty="0">
                <a:solidFill>
                  <a:srgbClr val="000000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r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SG" sz="2000" dirty="0">
                <a:solidFill>
                  <a:srgbClr val="000000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a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3"/>
            <a:r>
              <a:rPr lang="en-SG" sz="2000" dirty="0">
                <a:solidFill>
                  <a:srgbClr val="C00000"/>
                </a:solidFill>
                <a:latin typeface="Menlo" panose="020B0609030804020204" pitchFamily="49" charset="0"/>
              </a:rPr>
              <a:t>if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SG" sz="20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){</a:t>
            </a:r>
          </a:p>
          <a:p>
            <a:pPr lvl="3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	r = b;</a:t>
            </a:r>
          </a:p>
          <a:p>
            <a:pPr lvl="3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lvl="2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SG" sz="2000" dirty="0" err="1">
                <a:solidFill>
                  <a:srgbClr val="000000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r.val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SG" sz="2000" dirty="0" err="1">
                <a:solidFill>
                  <a:srgbClr val="000000"/>
                </a:solidFill>
                <a:highlight>
                  <a:srgbClr val="C0C0C0"/>
                </a:highlight>
                <a:latin typeface="Menlo" panose="020B0609030804020204" pitchFamily="49" charset="0"/>
              </a:rPr>
              <a:t>source_taint</a:t>
            </a:r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SG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1363</TotalTime>
  <Words>61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59</cp:revision>
  <dcterms:created xsi:type="dcterms:W3CDTF">2023-04-04T10:49:23Z</dcterms:created>
  <dcterms:modified xsi:type="dcterms:W3CDTF">2023-05-02T18:19:17Z</dcterms:modified>
</cp:coreProperties>
</file>